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2"/>
    <p:sldMasterId id="2147483817" r:id="rId13"/>
    <p:sldMasterId id="2147483812" r:id="rId14"/>
    <p:sldMasterId id="2147484125" r:id="rId15"/>
  </p:sldMasterIdLst>
  <p:notesMasterIdLst>
    <p:notesMasterId r:id="rId29"/>
  </p:notesMasterIdLst>
  <p:handoutMasterIdLst>
    <p:handoutMasterId r:id="rId30"/>
  </p:handoutMasterIdLst>
  <p:sldIdLst>
    <p:sldId id="447" r:id="rId16"/>
    <p:sldId id="344" r:id="rId17"/>
    <p:sldId id="2243" r:id="rId18"/>
    <p:sldId id="1604" r:id="rId19"/>
    <p:sldId id="818" r:id="rId20"/>
    <p:sldId id="12290" r:id="rId21"/>
    <p:sldId id="12289" r:id="rId22"/>
    <p:sldId id="12288" r:id="rId23"/>
    <p:sldId id="3084" r:id="rId24"/>
    <p:sldId id="2137" r:id="rId25"/>
    <p:sldId id="2241" r:id="rId26"/>
    <p:sldId id="2242" r:id="rId27"/>
    <p:sldId id="448" r:id="rId28"/>
  </p:sldIdLst>
  <p:sldSz cx="12195175" cy="6858000"/>
  <p:notesSz cx="6858000" cy="9144000"/>
  <p:custDataLst>
    <p:tags r:id="rId31"/>
  </p:custDataLst>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B849C7C-BDB0-4BB6-83A5-556244058966}">
          <p14:sldIdLst>
            <p14:sldId id="447"/>
            <p14:sldId id="344"/>
          </p14:sldIdLst>
        </p14:section>
        <p14:section name="Value Levers" id="{33F55B6D-83D1-469F-B917-7DFDD206B24B}">
          <p14:sldIdLst>
            <p14:sldId id="2243"/>
          </p14:sldIdLst>
        </p14:section>
        <p14:section name="Vaue Drivers Selected" id="{A951D6F4-6B24-4224-B0D9-41C01049B20D}">
          <p14:sldIdLst>
            <p14:sldId id="1604"/>
          </p14:sldIdLst>
        </p14:section>
        <p14:section name="Work Performed to Date" id="{AC403927-4615-44A0-84C0-A1E0250F4F4D}">
          <p14:sldIdLst>
            <p14:sldId id="818"/>
          </p14:sldIdLst>
        </p14:section>
        <p14:section name="Recommendation and Strategy" id="{D6C18E28-EF6E-4820-8ACE-F9903B3C2AA1}">
          <p14:sldIdLst>
            <p14:sldId id="12290"/>
            <p14:sldId id="12289"/>
            <p14:sldId id="12288"/>
            <p14:sldId id="3084"/>
            <p14:sldId id="2137"/>
            <p14:sldId id="2241"/>
            <p14:sldId id="2242"/>
            <p14:sldId id="448"/>
          </p14:sldIdLst>
        </p14:section>
      </p14:sectionLst>
    </p:ext>
    <p:ext uri="{EFAFB233-063F-42B5-8137-9DF3F51BA10A}">
      <p15:sldGuideLst xmlns:p15="http://schemas.microsoft.com/office/powerpoint/2012/main">
        <p15:guide id="1" pos="3841"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95A"/>
    <a:srgbClr val="FF0000"/>
    <a:srgbClr val="0F46A7"/>
    <a:srgbClr val="970A82"/>
    <a:srgbClr val="FF3399"/>
    <a:srgbClr val="FFFFFF"/>
    <a:srgbClr val="FEE3A1"/>
    <a:srgbClr val="FFF1D0"/>
    <a:srgbClr val="FFF8E7"/>
    <a:srgbClr val="FECE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4665EE-E888-44D4-93EE-7C9954F4FE4E}" v="6" dt="2024-05-22T18:06:40.397"/>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712" y="68"/>
      </p:cViewPr>
      <p:guideLst>
        <p:guide pos="3841"/>
        <p:guide orient="horz" pos="216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2.xml"/><Relationship Id="rId18" Type="http://schemas.openxmlformats.org/officeDocument/2006/relationships/slide" Target="slides/slide3.xml"/><Relationship Id="rId26" Type="http://schemas.openxmlformats.org/officeDocument/2006/relationships/slide" Target="slides/slide11.xml"/><Relationship Id="rId3" Type="http://schemas.openxmlformats.org/officeDocument/2006/relationships/customXml" Target="../customXml/item3.xml"/><Relationship Id="rId21" Type="http://schemas.openxmlformats.org/officeDocument/2006/relationships/slide" Target="slides/slide6.xml"/><Relationship Id="rId34" Type="http://schemas.openxmlformats.org/officeDocument/2006/relationships/theme" Target="theme/theme1.xml"/><Relationship Id="rId7" Type="http://schemas.openxmlformats.org/officeDocument/2006/relationships/customXml" Target="../customXml/item7.xml"/><Relationship Id="rId12" Type="http://schemas.openxmlformats.org/officeDocument/2006/relationships/slideMaster" Target="slideMasters/slideMaster1.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9.xml"/><Relationship Id="rId32" Type="http://schemas.openxmlformats.org/officeDocument/2006/relationships/presProps" Target="presProps.xml"/><Relationship Id="rId5" Type="http://schemas.openxmlformats.org/officeDocument/2006/relationships/customXml" Target="../customXml/item5.xml"/><Relationship Id="rId15" Type="http://schemas.openxmlformats.org/officeDocument/2006/relationships/slideMaster" Target="slideMasters/slideMaster4.xml"/><Relationship Id="rId23" Type="http://schemas.openxmlformats.org/officeDocument/2006/relationships/slide" Target="slides/slide8.xml"/><Relationship Id="rId28" Type="http://schemas.openxmlformats.org/officeDocument/2006/relationships/slide" Target="slides/slide13.xml"/><Relationship Id="rId36" Type="http://schemas.microsoft.com/office/2015/10/relationships/revisionInfo" Target="revisionInfo.xml"/><Relationship Id="rId10" Type="http://schemas.openxmlformats.org/officeDocument/2006/relationships/customXml" Target="../customXml/item10.xml"/><Relationship Id="rId19" Type="http://schemas.openxmlformats.org/officeDocument/2006/relationships/slide" Target="slides/slide4.xml"/><Relationship Id="rId31" Type="http://schemas.openxmlformats.org/officeDocument/2006/relationships/tags" Target="tags/tag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Master" Target="slideMasters/slideMaster3.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customXml" Target="../customXml/item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a:t>
            </a:fld>
            <a:endParaRPr lang="de-DE" dirty="0"/>
          </a:p>
        </p:txBody>
      </p:sp>
    </p:spTree>
    <p:extLst>
      <p:ext uri="{BB962C8B-B14F-4D97-AF65-F5344CB8AC3E}">
        <p14:creationId xmlns:p14="http://schemas.microsoft.com/office/powerpoint/2010/main" val="24610651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2</a:t>
            </a:fld>
            <a:endParaRPr lang="de-DE" dirty="0"/>
          </a:p>
        </p:txBody>
      </p:sp>
      <p:sp>
        <p:nvSpPr>
          <p:cNvPr id="9" name="Slide Image Placeholder 8"/>
          <p:cNvSpPr>
            <a:spLocks noGrp="1" noRot="1" noChangeAspect="1"/>
          </p:cNvSpPr>
          <p:nvPr>
            <p:ph type="sldImg"/>
          </p:nvPr>
        </p:nvSpPr>
        <p:spPr>
          <a:xfrm>
            <a:off x="547688" y="612775"/>
            <a:ext cx="5762625" cy="3241675"/>
          </a:xfrm>
        </p:spPr>
      </p:sp>
      <p:sp>
        <p:nvSpPr>
          <p:cNvPr id="10" name="Notes Placeholder 9"/>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979621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238" y="400050"/>
            <a:ext cx="7307263" cy="4110038"/>
          </a:xfrm>
        </p:spPr>
      </p:sp>
      <p:sp>
        <p:nvSpPr>
          <p:cNvPr id="3" name="Notes Placeholder 2"/>
          <p:cNvSpPr>
            <a:spLocks noGrp="1"/>
          </p:cNvSpPr>
          <p:nvPr>
            <p:ph type="body" idx="1"/>
          </p:nvPr>
        </p:nvSpPr>
        <p:spPr/>
        <p:txBody>
          <a:bodyPr/>
          <a:lstStyle/>
          <a:p>
            <a:pPr defTabSz="937801">
              <a:defRPr/>
            </a:pPr>
            <a:endParaRPr lang="en-US" dirty="0"/>
          </a:p>
        </p:txBody>
      </p:sp>
      <p:sp>
        <p:nvSpPr>
          <p:cNvPr id="4" name="Slide Number Placeholder 3"/>
          <p:cNvSpPr>
            <a:spLocks noGrp="1"/>
          </p:cNvSpPr>
          <p:nvPr>
            <p:ph type="sldNum" sz="quarter" idx="10"/>
          </p:nvPr>
        </p:nvSpPr>
        <p:spPr/>
        <p:txBody>
          <a:bodyPr/>
          <a:lstStyle/>
          <a:p>
            <a:pPr defTabSz="1116758">
              <a:defRPr/>
            </a:pPr>
            <a:fld id="{7D8C2C35-2B8A-446E-BEC0-FD36716C29AC}" type="slidenum">
              <a:rPr lang="de-DE">
                <a:solidFill>
                  <a:prstClr val="black"/>
                </a:solidFill>
              </a:rPr>
              <a:pPr defTabSz="1116758">
                <a:defRPr/>
              </a:pPr>
              <a:t>3</a:t>
            </a:fld>
            <a:endParaRPr lang="de-DE" dirty="0">
              <a:solidFill>
                <a:prstClr val="black"/>
              </a:solidFill>
            </a:endParaRPr>
          </a:p>
        </p:txBody>
      </p:sp>
    </p:spTree>
    <p:extLst>
      <p:ext uri="{BB962C8B-B14F-4D97-AF65-F5344CB8AC3E}">
        <p14:creationId xmlns:p14="http://schemas.microsoft.com/office/powerpoint/2010/main" val="3575442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9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5</a:t>
            </a:fld>
            <a:endParaRPr kumimoji="0" lang="de-DE" sz="9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03185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6</a:t>
            </a:fld>
            <a:endParaRPr lang="de-DE" dirty="0"/>
          </a:p>
        </p:txBody>
      </p:sp>
    </p:spTree>
    <p:extLst>
      <p:ext uri="{BB962C8B-B14F-4D97-AF65-F5344CB8AC3E}">
        <p14:creationId xmlns:p14="http://schemas.microsoft.com/office/powerpoint/2010/main" val="35077927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45C0C332-29D1-4144-BC0B-6CF1674ED0C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3696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8</a:t>
            </a:fld>
            <a:endParaRPr lang="de-DE" dirty="0"/>
          </a:p>
        </p:txBody>
      </p:sp>
    </p:spTree>
    <p:extLst>
      <p:ext uri="{BB962C8B-B14F-4D97-AF65-F5344CB8AC3E}">
        <p14:creationId xmlns:p14="http://schemas.microsoft.com/office/powerpoint/2010/main" val="3186170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9</a:t>
            </a:fld>
            <a:endParaRPr lang="de-DE" dirty="0"/>
          </a:p>
        </p:txBody>
      </p:sp>
    </p:spTree>
    <p:extLst>
      <p:ext uri="{BB962C8B-B14F-4D97-AF65-F5344CB8AC3E}">
        <p14:creationId xmlns:p14="http://schemas.microsoft.com/office/powerpoint/2010/main" val="255592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smtClean="0">
                <a:solidFill>
                  <a:srgbClr val="000000"/>
                </a:solidFill>
              </a:rPr>
              <a:pPr/>
              <a:t>10</a:t>
            </a:fld>
            <a:endParaRPr dirty="0">
              <a:solidFill>
                <a:srgbClr val="000000"/>
              </a:solidFill>
            </a:endParaRPr>
          </a:p>
        </p:txBody>
      </p:sp>
    </p:spTree>
    <p:extLst>
      <p:ext uri="{BB962C8B-B14F-4D97-AF65-F5344CB8AC3E}">
        <p14:creationId xmlns:p14="http://schemas.microsoft.com/office/powerpoint/2010/main" val="2196041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note, the recommended times above are based upon standard timelines for deployment &amp; the time to move from one activity to the next. Sometimes due to internal challenges the timelines can be extended beyond the recommended timeframe. Please use this as a guide but be aware that the complexity may increase and/or decrease based on various factors. Examples include, stakeholder buy-in, change management, internal policy and procedure alignment ect… </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11</a:t>
            </a:fld>
            <a:endParaRPr lang="de-DE" dirty="0"/>
          </a:p>
        </p:txBody>
      </p:sp>
    </p:spTree>
    <p:extLst>
      <p:ext uri="{BB962C8B-B14F-4D97-AF65-F5344CB8AC3E}">
        <p14:creationId xmlns:p14="http://schemas.microsoft.com/office/powerpoint/2010/main" val="1845343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13</a:t>
            </a:fld>
            <a:endParaRPr lang="de-DE" dirty="0"/>
          </a:p>
        </p:txBody>
      </p:sp>
    </p:spTree>
    <p:extLst>
      <p:ext uri="{BB962C8B-B14F-4D97-AF65-F5344CB8AC3E}">
        <p14:creationId xmlns:p14="http://schemas.microsoft.com/office/powerpoint/2010/main" val="5509721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www.sap.com/copyright" TargetMode="External"/><Relationship Id="rId7" Type="http://schemas.openxmlformats.org/officeDocument/2006/relationships/hyperlink" Target="https://www.youtube.com/user/SAP" TargetMode="External"/><Relationship Id="rId12"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6.png"/><Relationship Id="rId11" Type="http://schemas.openxmlformats.org/officeDocument/2006/relationships/hyperlink" Target="https://www.facebook.com/SAP" TargetMode="External"/><Relationship Id="rId5" Type="http://schemas.openxmlformats.org/officeDocument/2006/relationships/hyperlink" Target="https://www.linkedin.com/company/sap" TargetMode="External"/><Relationship Id="rId10" Type="http://schemas.openxmlformats.org/officeDocument/2006/relationships/image" Target="../media/image8.png"/><Relationship Id="rId4" Type="http://schemas.openxmlformats.org/officeDocument/2006/relationships/hyperlink" Target="https://www.sap.com/registration/contact.html" TargetMode="External"/><Relationship Id="rId9" Type="http://schemas.openxmlformats.org/officeDocument/2006/relationships/hyperlink" Target="https://twitter.com/sap" TargetMode="External"/></Relationships>
</file>

<file path=ppt/slideLayouts/_rels/slideLayout6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png"/><Relationship Id="rId7" Type="http://schemas.openxmlformats.org/officeDocument/2006/relationships/hyperlink" Target="https://www.youtube.com/user/SAP" TargetMode="External"/><Relationship Id="rId12" Type="http://schemas.openxmlformats.org/officeDocument/2006/relationships/image" Target="../media/image9.png"/><Relationship Id="rId2" Type="http://schemas.openxmlformats.org/officeDocument/2006/relationships/hyperlink" Target="https://www.sap.com/germany/registration/contact.html" TargetMode="External"/><Relationship Id="rId1" Type="http://schemas.openxmlformats.org/officeDocument/2006/relationships/slideMaster" Target="../slideMasters/slideMaster4.xml"/><Relationship Id="rId6" Type="http://schemas.openxmlformats.org/officeDocument/2006/relationships/image" Target="../media/image6.png"/><Relationship Id="rId11" Type="http://schemas.openxmlformats.org/officeDocument/2006/relationships/hyperlink" Target="https://www.facebook.com/SAP" TargetMode="External"/><Relationship Id="rId5" Type="http://schemas.openxmlformats.org/officeDocument/2006/relationships/hyperlink" Target="https://www.linkedin.com/company/sap" TargetMode="External"/><Relationship Id="rId10" Type="http://schemas.openxmlformats.org/officeDocument/2006/relationships/image" Target="../media/image8.png"/><Relationship Id="rId4" Type="http://schemas.openxmlformats.org/officeDocument/2006/relationships/hyperlink" Target="https://www.sap.com/corporate/de/legal/copyright.html" TargetMode="External"/><Relationship Id="rId9" Type="http://schemas.openxmlformats.org/officeDocument/2006/relationships/hyperlink" Target="https://twitter.com/sa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or Illustration">
    <p:bg>
      <p:bgRef idx="1001">
        <a:schemeClr val="bg1"/>
      </p:bgRef>
    </p:bg>
    <p:spTree>
      <p:nvGrpSpPr>
        <p:cNvPr id="1" name=""/>
        <p:cNvGrpSpPr/>
        <p:nvPr/>
      </p:nvGrpSpPr>
      <p:grpSpPr>
        <a:xfrm>
          <a:off x="0" y="0"/>
          <a:ext cx="0" cy="0"/>
          <a:chOff x="0" y="0"/>
          <a:chExt cx="0" cy="0"/>
        </a:xfrm>
      </p:grpSpPr>
      <p:pic>
        <p:nvPicPr>
          <p:cNvPr id="1178277850" name="SAP Logo Placeholder" descr="{&quot;templafy&quot;:{&quot;id&quot;:&quot;dc0f76f3-a93c-4bfd-836d-823ed3c53417&quot;}}"/>
          <p:cNvPicPr>
            <a:picLocks noChangeAspect="1"/>
          </p:cNvPicPr>
          <p:nvPr/>
        </p:nvPicPr>
        <p:blipFill>
          <a:blip r:embed="rId2"/>
          <a:stretch>
            <a:fillRect/>
          </a:stretch>
        </p:blipFill>
        <p:spPr>
          <a:xfrm>
            <a:off x="9692640" y="6053328"/>
            <a:ext cx="2212852" cy="536449"/>
          </a:xfrm>
          <a:prstGeom prst="rect">
            <a:avLst/>
          </a:prstGeom>
        </p:spPr>
      </p:pic>
      <p:sp>
        <p:nvSpPr>
          <p:cNvPr id="12" name="Partner Logo Placeholder">
            <a:extLst>
              <a:ext uri="{FF2B5EF4-FFF2-40B4-BE49-F238E27FC236}">
                <a16:creationId xmlns:a16="http://schemas.microsoft.com/office/drawing/2014/main" id="{37451236-BF8E-934B-B7DE-1ADB8A004F3F}"/>
              </a:ext>
            </a:extLst>
          </p:cNvPr>
          <p:cNvSpPr>
            <a:spLocks noGrp="1"/>
          </p:cNvSpPr>
          <p:nvPr>
            <p:ph type="pic" sz="quarter" idx="15" hasCustomPrompt="1"/>
          </p:nvPr>
        </p:nvSpPr>
        <p:spPr>
          <a:xfrm>
            <a:off x="282575" y="6161088"/>
            <a:ext cx="954088" cy="417512"/>
          </a:xfrm>
        </p:spPr>
        <p:txBody>
          <a:bodyPr anchor="ctr" anchorCtr="0">
            <a:noAutofit/>
          </a:bodyPr>
          <a:lstStyle>
            <a:lvl1pPr algn="ctr">
              <a:spcBef>
                <a:spcPts val="0"/>
              </a:spcBef>
              <a:defRPr sz="900"/>
            </a:lvl1pPr>
          </a:lstStyle>
          <a:p>
            <a:r>
              <a:rPr lang="en-US" dirty="0"/>
              <a:t>Add partner </a:t>
            </a:r>
            <a:br>
              <a:rPr lang="en-US" dirty="0"/>
            </a:br>
            <a:r>
              <a:rPr lang="en-US" dirty="0"/>
              <a:t>logo and alt text</a:t>
            </a:r>
          </a:p>
        </p:txBody>
      </p:sp>
      <p:sp>
        <p:nvSpPr>
          <p:cNvPr id="3" name="Title"/>
          <p:cNvSpPr>
            <a:spLocks noGrp="1"/>
          </p:cNvSpPr>
          <p:nvPr>
            <p:ph type="title" hasCustomPrompt="1"/>
          </p:nvPr>
        </p:nvSpPr>
        <p:spPr>
          <a:xfrm>
            <a:off x="288000" y="4024430"/>
            <a:ext cx="10899174" cy="997196"/>
          </a:xfrm>
        </p:spPr>
        <p:txBody>
          <a:bodyPr vert="horz" wrap="square" lIns="0" tIns="0" rIns="0" bIns="0" rtlCol="0">
            <a:noAutofit/>
          </a:bodyPr>
          <a:lstStyle>
            <a:lvl1pPr>
              <a:lnSpc>
                <a:spcPct val="90000"/>
              </a:lnSpc>
              <a:defRPr lang="de-DE" sz="3600" dirty="0">
                <a:latin typeface="+mn-lt"/>
                <a:ea typeface="+mn-ea"/>
                <a:cs typeface="+mn-cs"/>
              </a:defRPr>
            </a:lvl1pPr>
          </a:lstStyle>
          <a:p>
            <a:pPr lvl="0"/>
            <a:r>
              <a:rPr lang="en-US"/>
              <a:t>Title Goes Here</a:t>
            </a:r>
            <a:br>
              <a:rPr lang="en-US"/>
            </a:br>
            <a:r>
              <a:rPr lang="en-US"/>
              <a:t>and Here and Here</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p:nvPr>
        </p:nvSpPr>
        <p:spPr>
          <a:xfrm>
            <a:off x="0" y="-1"/>
            <a:ext cx="12195175" cy="3430800"/>
          </a:xfrm>
        </p:spPr>
        <p:txBody>
          <a:bodyPr/>
          <a:lstStyle/>
          <a:p>
            <a:r>
              <a:rPr lang="en-US" dirty="0"/>
              <a:t>Click icon to add picture</a:t>
            </a:r>
            <a:endParaRPr lang="en-GB" dirty="0"/>
          </a:p>
        </p:txBody>
      </p:sp>
      <p:sp>
        <p:nvSpPr>
          <p:cNvPr id="10" name="TextBox 9" descr="{&quot;templafy&quot;:{&quot;id&quot;:&quot;95929b68-6b1c-40a6-b19a-2de11eccf633&quot;}}">
            <a:extLst>
              <a:ext uri="{FF2B5EF4-FFF2-40B4-BE49-F238E27FC236}">
                <a16:creationId xmlns:a16="http://schemas.microsoft.com/office/drawing/2014/main" id="{798F9B08-2B9F-444B-8020-ACD960A0FAE7}"/>
              </a:ext>
            </a:extLst>
          </p:cNvPr>
          <p:cNvSpPr txBox="1"/>
          <p:nvPr userDrawn="1"/>
        </p:nvSpPr>
        <p:spPr>
          <a:xfrm>
            <a:off x="282575" y="5725533"/>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kern="0" dirty="0">
                <a:ea typeface="Arial Unicode MS" pitchFamily="34" charset="-128"/>
                <a:cs typeface="Arial Unicode MS" pitchFamily="34" charset="-128"/>
              </a:rPr>
              <a:t>INTERNAL – SAP and Partners Only</a:t>
            </a:r>
          </a:p>
        </p:txBody>
      </p:sp>
      <p:pic>
        <p:nvPicPr>
          <p:cNvPr id="2137633199" name="Acquired Company Logo Placeholder" descr="{&quot;templafy&quot;:{&quot;id&quot;:&quot;2f88b3ae-cdea-4f66-b8ed-3d4fe3334d39&quot;}}"/>
          <p:cNvPicPr>
            <a:picLocks noChangeAspect="1"/>
          </p:cNvPicPr>
          <p:nvPr/>
        </p:nvPicPr>
        <p:blipFill>
          <a:blip r:embed="rId3"/>
          <a:stretch>
            <a:fillRect/>
          </a:stretch>
        </p:blipFill>
        <p:spPr>
          <a:xfrm>
            <a:off x="282575" y="3590141"/>
            <a:ext cx="1109568" cy="225572"/>
          </a:xfrm>
          <a:prstGeom prst="rect">
            <a:avLst/>
          </a:prstGeom>
        </p:spPr>
      </p:pic>
    </p:spTree>
    <p:extLst>
      <p:ext uri="{BB962C8B-B14F-4D97-AF65-F5344CB8AC3E}">
        <p14:creationId xmlns:p14="http://schemas.microsoft.com/office/powerpoint/2010/main" val="245271761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505" userDrawn="1">
          <p15:clr>
            <a:srgbClr val="FBAE40"/>
          </p15:clr>
        </p15:guide>
        <p15:guide id="2" orient="horz" pos="4144" userDrawn="1">
          <p15:clr>
            <a:srgbClr val="FBAE40"/>
          </p15:clr>
        </p15:guide>
        <p15:guide id="3" orient="horz" pos="2162" userDrawn="1">
          <p15:clr>
            <a:srgbClr val="FBAE40"/>
          </p15:clr>
        </p15:guide>
        <p15:guide id="4" pos="181" userDrawn="1">
          <p15:clr>
            <a:srgbClr val="FBAE40"/>
          </p15:clr>
        </p15:guide>
        <p15:guide id="5" orient="horz" pos="2534" userDrawn="1">
          <p15:clr>
            <a:srgbClr val="FBAE40"/>
          </p15:clr>
        </p15:guide>
        <p15:guide id="6" orient="horz" pos="3164" userDrawn="1">
          <p15:clr>
            <a:srgbClr val="FBAE40"/>
          </p15:clr>
        </p15:guide>
        <p15:guide id="7" orient="horz" pos="3232" userDrawn="1">
          <p15:clr>
            <a:srgbClr val="FBAE40"/>
          </p15:clr>
        </p15:guide>
        <p15:guide id="8" orient="horz" pos="350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out Image">
    <p:bg>
      <p:bgRef idx="1001">
        <a:schemeClr val="bg1"/>
      </p:bgRef>
    </p:bg>
    <p:spTree>
      <p:nvGrpSpPr>
        <p:cNvPr id="1" name=""/>
        <p:cNvGrpSpPr/>
        <p:nvPr/>
      </p:nvGrpSpPr>
      <p:grpSpPr>
        <a:xfrm>
          <a:off x="0" y="0"/>
          <a:ext cx="0" cy="0"/>
          <a:chOff x="0" y="0"/>
          <a:chExt cx="0" cy="0"/>
        </a:xfrm>
      </p:grpSpPr>
      <p:pic>
        <p:nvPicPr>
          <p:cNvPr id="1201054376" name="SAP Logo Placeholder" descr="{&quot;templafy&quot;:{&quot;id&quot;:&quot;f59ff3cc-364f-4330-acdf-18be3a2960de&quot;}}"/>
          <p:cNvPicPr>
            <a:picLocks noChangeAspect="1"/>
          </p:cNvPicPr>
          <p:nvPr/>
        </p:nvPicPr>
        <p:blipFill>
          <a:blip r:embed="rId2"/>
          <a:stretch>
            <a:fillRect/>
          </a:stretch>
        </p:blipFill>
        <p:spPr>
          <a:xfrm>
            <a:off x="9692640" y="6053328"/>
            <a:ext cx="2212852" cy="536449"/>
          </a:xfrm>
          <a:prstGeom prst="rect">
            <a:avLst/>
          </a:prstGeom>
        </p:spPr>
      </p:pic>
      <p:sp>
        <p:nvSpPr>
          <p:cNvPr id="10" name="Partner Logo Placeholder">
            <a:extLst>
              <a:ext uri="{FF2B5EF4-FFF2-40B4-BE49-F238E27FC236}">
                <a16:creationId xmlns:a16="http://schemas.microsoft.com/office/drawing/2014/main" id="{DA90C4E7-C35C-564D-9269-70A29A50EBF8}"/>
              </a:ext>
            </a:extLst>
          </p:cNvPr>
          <p:cNvSpPr>
            <a:spLocks noGrp="1"/>
          </p:cNvSpPr>
          <p:nvPr>
            <p:ph type="pic" sz="quarter" idx="15" hasCustomPrompt="1"/>
          </p:nvPr>
        </p:nvSpPr>
        <p:spPr>
          <a:xfrm>
            <a:off x="282575" y="6161088"/>
            <a:ext cx="954088" cy="417512"/>
          </a:xfrm>
        </p:spPr>
        <p:txBody>
          <a:bodyPr anchor="ctr" anchorCtr="0">
            <a:noAutofit/>
          </a:bodyPr>
          <a:lstStyle>
            <a:lvl1pPr algn="ctr">
              <a:spcBef>
                <a:spcPts val="0"/>
              </a:spcBef>
              <a:defRPr sz="900"/>
            </a:lvl1pPr>
          </a:lstStyle>
          <a:p>
            <a:r>
              <a:rPr lang="en-US" dirty="0"/>
              <a:t>Add partner </a:t>
            </a:r>
            <a:br>
              <a:rPr lang="en-US" dirty="0"/>
            </a:br>
            <a:r>
              <a:rPr lang="en-US" dirty="0"/>
              <a:t>logo and alt text</a:t>
            </a:r>
          </a:p>
        </p:txBody>
      </p:sp>
      <p:sp>
        <p:nvSpPr>
          <p:cNvPr id="4" name="Title"/>
          <p:cNvSpPr>
            <a:spLocks noGrp="1"/>
          </p:cNvSpPr>
          <p:nvPr>
            <p:ph type="title" hasCustomPrompt="1"/>
          </p:nvPr>
        </p:nvSpPr>
        <p:spPr>
          <a:xfrm>
            <a:off x="288000" y="2706317"/>
            <a:ext cx="10900800" cy="997196"/>
          </a:xfrm>
        </p:spPr>
        <p:txBody>
          <a:bodyPr>
            <a:noAutofit/>
          </a:bodyPr>
          <a:lstStyle>
            <a:lvl1pPr>
              <a:lnSpc>
                <a:spcPct val="90000"/>
              </a:lnSpc>
              <a:defRPr sz="3600"/>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Arial Unicode MS" pitchFamily="34" charset="-128"/>
              <a:cs typeface="Arial Unicode MS" pitchFamily="34" charset="-128"/>
            </a:endParaRPr>
          </a:p>
        </p:txBody>
      </p:sp>
      <p:pic>
        <p:nvPicPr>
          <p:cNvPr id="555481056" name="Acquired Company Logo Placeholder" descr="{&quot;templafy&quot;:{&quot;id&quot;:&quot;c747e17a-1d0c-4598-b654-2c8a7de79205&quot;}}"/>
          <p:cNvPicPr>
            <a:picLocks noChangeAspect="1"/>
          </p:cNvPicPr>
          <p:nvPr/>
        </p:nvPicPr>
        <p:blipFill>
          <a:blip r:embed="rId3"/>
          <a:stretch>
            <a:fillRect/>
          </a:stretch>
        </p:blipFill>
        <p:spPr>
          <a:xfrm>
            <a:off x="282575" y="2141327"/>
            <a:ext cx="1109568" cy="225572"/>
          </a:xfrm>
          <a:prstGeom prst="rect">
            <a:avLst/>
          </a:prstGeom>
        </p:spPr>
      </p:pic>
      <p:sp>
        <p:nvSpPr>
          <p:cNvPr id="11" name="TextBox 10" descr="{&quot;templafy&quot;:{&quot;id&quot;:&quot;833ce86a-8171-44a7-adb9-bd3aab1abbb3&quot;}}">
            <a:extLst>
              <a:ext uri="{FF2B5EF4-FFF2-40B4-BE49-F238E27FC236}">
                <a16:creationId xmlns:a16="http://schemas.microsoft.com/office/drawing/2014/main" id="{AC53B201-90B9-4E7D-A16A-96A3B827889D}"/>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kern="0" dirty="0">
                <a:ea typeface="Arial Unicode MS" pitchFamily="34" charset="-128"/>
                <a:cs typeface="Arial Unicode MS" pitchFamily="34" charset="-128"/>
              </a:rPr>
              <a:t>INTERNAL – SAP and Partners Only</a:t>
            </a:r>
          </a:p>
        </p:txBody>
      </p:sp>
    </p:spTree>
    <p:extLst>
      <p:ext uri="{BB962C8B-B14F-4D97-AF65-F5344CB8AC3E}">
        <p14:creationId xmlns:p14="http://schemas.microsoft.com/office/powerpoint/2010/main" val="19824106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userDrawn="1">
          <p15:clr>
            <a:srgbClr val="FBAE40"/>
          </p15:clr>
        </p15:guide>
        <p15:guide id="2" orient="horz" pos="1704" userDrawn="1">
          <p15:clr>
            <a:srgbClr val="FBAE40"/>
          </p15:clr>
        </p15:guide>
        <p15:guide id="3" orient="horz" pos="2688" userDrawn="1">
          <p15:clr>
            <a:srgbClr val="FBAE40"/>
          </p15:clr>
        </p15:guide>
        <p15:guide id="4" orient="horz" pos="2334" userDrawn="1">
          <p15:clr>
            <a:srgbClr val="FBAE40"/>
          </p15:clr>
        </p15:guide>
        <p15:guide id="5" orient="horz" pos="2960" userDrawn="1">
          <p15:clr>
            <a:srgbClr val="FBAE40"/>
          </p15:clr>
        </p15:guide>
        <p15:guide id="7" orient="horz" pos="414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716000"/>
          </a:xfrm>
        </p:spPr>
        <p:txBody>
          <a:bodyPr>
            <a:norm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a:t>Agenda Item/Divider Headline</a:t>
            </a:r>
          </a:p>
          <a:p>
            <a:pPr lvl="1"/>
            <a:r>
              <a:rPr lang="en-US"/>
              <a:t>Details</a:t>
            </a:r>
          </a:p>
        </p:txBody>
      </p:sp>
      <p:sp>
        <p:nvSpPr>
          <p:cNvPr id="3" name="Agenda title"/>
          <p:cNvSpPr>
            <a:spLocks noGrp="1"/>
          </p:cNvSpPr>
          <p:nvPr>
            <p:ph type="title" hasCustomPrompt="1"/>
          </p:nvPr>
        </p:nvSpPr>
        <p:spPr/>
        <p:txBody>
          <a:bodyPr/>
          <a:lstStyle>
            <a:lvl1pPr>
              <a:defRPr/>
            </a:lvl1pPr>
          </a:lstStyle>
          <a:p>
            <a:r>
              <a:rPr lang="en-US"/>
              <a:t>Agenda</a:t>
            </a:r>
          </a:p>
        </p:txBody>
      </p:sp>
    </p:spTree>
    <p:extLst>
      <p:ext uri="{BB962C8B-B14F-4D97-AF65-F5344CB8AC3E}">
        <p14:creationId xmlns:p14="http://schemas.microsoft.com/office/powerpoint/2010/main" val="1859360619"/>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1020" userDrawn="1">
          <p15:clr>
            <a:srgbClr val="FBAE40"/>
          </p15:clr>
        </p15:guide>
        <p15:guide id="3" pos="7364" userDrawn="1">
          <p15:clr>
            <a:srgbClr val="FBAE40"/>
          </p15:clr>
        </p15:guide>
        <p15:guide id="4" orient="horz" pos="316" userDrawn="1">
          <p15:clr>
            <a:srgbClr val="FBAE40"/>
          </p15:clr>
        </p15:guide>
        <p15:guide id="5" orient="horz" pos="551" userDrawn="1">
          <p15:clr>
            <a:srgbClr val="FBAE40"/>
          </p15:clr>
        </p15:guide>
        <p15:guide id="6" orient="horz" pos="399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Page">
    <p:bg>
      <p:bgRef idx="1001">
        <a:schemeClr val="bg1"/>
      </p:bgRef>
    </p:bg>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3090446"/>
            <a:ext cx="11185200" cy="677108"/>
          </a:xfrm>
        </p:spPr>
        <p:txBody>
          <a:bodyPr anchor="ctr" anchorCtr="0">
            <a:noAutofit/>
          </a:bodyPr>
          <a:lstStyle>
            <a:lvl1pPr>
              <a:defRPr sz="4400">
                <a:solidFill>
                  <a:schemeClr val="tx1"/>
                </a:solidFill>
                <a:latin typeface="+mj-lt"/>
              </a:defRPr>
            </a:lvl1pPr>
          </a:lstStyle>
          <a:p>
            <a:r>
              <a:rPr lang="en-US"/>
              <a:t>Divider page</a:t>
            </a:r>
            <a:endParaRPr lang="de-DE"/>
          </a:p>
        </p:txBody>
      </p:sp>
    </p:spTree>
    <p:extLst>
      <p:ext uri="{BB962C8B-B14F-4D97-AF65-F5344CB8AC3E}">
        <p14:creationId xmlns:p14="http://schemas.microsoft.com/office/powerpoint/2010/main" val="4109527874"/>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317" userDrawn="1">
          <p15:clr>
            <a:srgbClr val="FBAE40"/>
          </p15:clr>
        </p15:guide>
        <p15:guide id="2" orient="horz" pos="2160" userDrawn="1">
          <p15:clr>
            <a:srgbClr val="FBAE40"/>
          </p15:clr>
        </p15:guide>
        <p15:guide id="3" pos="736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bg>
      <p:bgRef idx="1001">
        <a:schemeClr val="bg1"/>
      </p:bgRef>
    </p:bg>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a:t>
            </a:r>
          </a:p>
        </p:txBody>
      </p:sp>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400">
                <a:solidFill>
                  <a:schemeClr val="tx1"/>
                </a:solidFill>
                <a:latin typeface="+mj-lt"/>
              </a:defRPr>
            </a:lvl1pPr>
          </a:lstStyle>
          <a:p>
            <a:r>
              <a:rPr lang="en-US"/>
              <a:t>Divider page</a:t>
            </a:r>
            <a:endParaRPr lang="de-DE"/>
          </a:p>
        </p:txBody>
      </p:sp>
    </p:spTree>
    <p:extLst>
      <p:ext uri="{BB962C8B-B14F-4D97-AF65-F5344CB8AC3E}">
        <p14:creationId xmlns:p14="http://schemas.microsoft.com/office/powerpoint/2010/main" val="1008985274"/>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2160" userDrawn="1">
          <p15:clr>
            <a:srgbClr val="FBAE40"/>
          </p15:clr>
        </p15:guide>
        <p15:guide id="2" pos="7364" userDrawn="1">
          <p15:clr>
            <a:srgbClr val="FBAE40"/>
          </p15:clr>
        </p15:guide>
        <p15:guide id="3" pos="317" userDrawn="1">
          <p15:clr>
            <a:srgbClr val="FBAE40"/>
          </p15:clr>
        </p15:guide>
        <p15:guide id="4" orient="horz" pos="865" userDrawn="1">
          <p15:clr>
            <a:srgbClr val="FBAE40"/>
          </p15:clr>
        </p15:guide>
        <p15:guide id="5" orient="horz" pos="129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2466743634"/>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pos="7364" userDrawn="1">
          <p15:clr>
            <a:srgbClr val="FBAE40"/>
          </p15:clr>
        </p15:guide>
        <p15:guide id="4" orient="horz" pos="551" userDrawn="1">
          <p15:clr>
            <a:srgbClr val="FBAE40"/>
          </p15:clr>
        </p15:guide>
        <p15:guide id="5" orient="horz" pos="399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999" y="1620000"/>
            <a:ext cx="11186477"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129332223"/>
      </p:ext>
    </p:extLst>
  </p:cSld>
  <p:clrMapOvr>
    <a:masterClrMapping/>
  </p:clrMapOvr>
  <p:extLst>
    <p:ext uri="{DCECCB84-F9BA-43D5-87BE-67443E8EF086}">
      <p15:sldGuideLst xmlns:p15="http://schemas.microsoft.com/office/powerpoint/2012/main">
        <p15:guide id="1" pos="316" userDrawn="1">
          <p15:clr>
            <a:srgbClr val="FBAE40"/>
          </p15:clr>
        </p15:guide>
        <p15:guide id="2" orient="horz" pos="3991" userDrawn="1">
          <p15:clr>
            <a:srgbClr val="FBAE40"/>
          </p15:clr>
        </p15:guide>
        <p15:guide id="3" pos="7364" userDrawn="1">
          <p15:clr>
            <a:srgbClr val="FBAE40"/>
          </p15:clr>
        </p15:guide>
        <p15:guide id="4" orient="horz" pos="318" userDrawn="1">
          <p15:clr>
            <a:srgbClr val="FBAE40"/>
          </p15:clr>
        </p15:guide>
        <p15:guide id="5" orient="horz" pos="552" userDrawn="1">
          <p15:clr>
            <a:srgbClr val="FBAE40"/>
          </p15:clr>
        </p15:guide>
        <p15:guide id="6" orient="horz" pos="102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2477" y="1620000"/>
            <a:ext cx="5328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620000"/>
            <a:ext cx="5328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30481451"/>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991" userDrawn="1">
          <p15:clr>
            <a:srgbClr val="FBAE40"/>
          </p15:clr>
        </p15:guide>
        <p15:guide id="3" pos="7364" userDrawn="1">
          <p15:clr>
            <a:srgbClr val="FBAE40"/>
          </p15:clr>
        </p15:guide>
        <p15:guide id="4" pos="3674" userDrawn="1">
          <p15:clr>
            <a:srgbClr val="FBAE40"/>
          </p15:clr>
        </p15:guide>
        <p15:guide id="5" pos="4007" userDrawn="1">
          <p15:clr>
            <a:srgbClr val="FBAE40"/>
          </p15:clr>
        </p15:guide>
        <p15:guide id="6" orient="horz" pos="317" userDrawn="1">
          <p15:clr>
            <a:srgbClr val="FBAE40"/>
          </p15:clr>
        </p15:guide>
        <p15:guide id="7" orient="horz" pos="551" userDrawn="1">
          <p15:clr>
            <a:srgbClr val="FBAE40"/>
          </p15:clr>
        </p15:guide>
        <p15:guide id="8" orient="horz" pos="10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5238" y="1620000"/>
            <a:ext cx="3564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620000"/>
            <a:ext cx="3564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866416376"/>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pos="2563" userDrawn="1">
          <p15:clr>
            <a:srgbClr val="FBAE40"/>
          </p15:clr>
        </p15:guide>
        <p15:guide id="4" pos="2717" userDrawn="1">
          <p15:clr>
            <a:srgbClr val="FBAE40"/>
          </p15:clr>
        </p15:guide>
        <p15:guide id="5" pos="4964" userDrawn="1">
          <p15:clr>
            <a:srgbClr val="FBAE40"/>
          </p15:clr>
        </p15:guide>
        <p15:guide id="6" pos="5119" userDrawn="1">
          <p15:clr>
            <a:srgbClr val="FBAE40"/>
          </p15:clr>
        </p15:guide>
        <p15:guide id="7" pos="7364" userDrawn="1">
          <p15:clr>
            <a:srgbClr val="FBAE40"/>
          </p15:clr>
        </p15:guide>
        <p15:guide id="8" orient="horz" pos="551" userDrawn="1">
          <p15:clr>
            <a:srgbClr val="FBAE40"/>
          </p15:clr>
        </p15:guide>
        <p15:guide id="9" orient="horz" pos="1020" userDrawn="1">
          <p15:clr>
            <a:srgbClr val="FBAE40"/>
          </p15:clr>
        </p15:guide>
        <p15:guide id="10" orient="horz" pos="399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2477" y="4770000"/>
            <a:ext cx="5328000" cy="156600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362477" y="1620000"/>
            <a:ext cx="5328000" cy="2631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4000" y="4770000"/>
            <a:ext cx="5328000" cy="156600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620000"/>
            <a:ext cx="5328000" cy="2631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504941297"/>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orient="horz" pos="551" userDrawn="1">
          <p15:clr>
            <a:srgbClr val="FBAE40"/>
          </p15:clr>
        </p15:guide>
        <p15:guide id="4" orient="horz" pos="1020" userDrawn="1">
          <p15:clr>
            <a:srgbClr val="FBAE40"/>
          </p15:clr>
        </p15:guide>
        <p15:guide id="5" orient="horz" pos="2678" userDrawn="1">
          <p15:clr>
            <a:srgbClr val="FBAE40"/>
          </p15:clr>
        </p15:guide>
        <p15:guide id="6" orient="horz" pos="3004" userDrawn="1">
          <p15:clr>
            <a:srgbClr val="FBAE40"/>
          </p15:clr>
        </p15:guide>
        <p15:guide id="7" orient="horz" pos="3991" userDrawn="1">
          <p15:clr>
            <a:srgbClr val="FBAE40"/>
          </p15:clr>
        </p15:guide>
        <p15:guide id="8" pos="3682" userDrawn="1">
          <p15:clr>
            <a:srgbClr val="FBAE40"/>
          </p15:clr>
        </p15:guide>
        <p15:guide id="9" pos="4000" userDrawn="1">
          <p15:clr>
            <a:srgbClr val="FBAE40"/>
          </p15:clr>
        </p15:guide>
        <p15:guide id="10" pos="736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9277"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299277" y="1620000"/>
            <a:ext cx="3391200" cy="2232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9" name="Text placeholder 2"/>
          <p:cNvSpPr>
            <a:spLocks noGrp="1"/>
          </p:cNvSpPr>
          <p:nvPr>
            <p:ph type="body" sz="quarter" idx="15" hasCustomPrompt="1"/>
          </p:nvPr>
        </p:nvSpPr>
        <p:spPr>
          <a:xfrm>
            <a:off x="4401639"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401639" y="1620000"/>
            <a:ext cx="3391200" cy="2232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4000"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620000"/>
            <a:ext cx="3391200" cy="2232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727667599"/>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pos="2455" userDrawn="1">
          <p15:clr>
            <a:srgbClr val="FBAE40"/>
          </p15:clr>
        </p15:guide>
        <p15:guide id="4" pos="2773" userDrawn="1">
          <p15:clr>
            <a:srgbClr val="FBAE40"/>
          </p15:clr>
        </p15:guide>
        <p15:guide id="5" pos="4910" userDrawn="1">
          <p15:clr>
            <a:srgbClr val="FBAE40"/>
          </p15:clr>
        </p15:guide>
        <p15:guide id="6" pos="5227" userDrawn="1">
          <p15:clr>
            <a:srgbClr val="FBAE40"/>
          </p15:clr>
        </p15:guide>
        <p15:guide id="7" pos="7364" userDrawn="1">
          <p15:clr>
            <a:srgbClr val="FBAE40"/>
          </p15:clr>
        </p15:guide>
        <p15:guide id="8" orient="horz" pos="551" userDrawn="1">
          <p15:clr>
            <a:srgbClr val="FBAE40"/>
          </p15:clr>
        </p15:guide>
        <p15:guide id="9" orient="horz" pos="1020" userDrawn="1">
          <p15:clr>
            <a:srgbClr val="FBAE40"/>
          </p15:clr>
        </p15:guide>
        <p15:guide id="10" orient="horz" pos="2428" userDrawn="1">
          <p15:clr>
            <a:srgbClr val="FBAE40"/>
          </p15:clr>
        </p15:guide>
        <p15:guide id="11" orient="horz" pos="2743" userDrawn="1">
          <p15:clr>
            <a:srgbClr val="FBAE40"/>
          </p15:clr>
        </p15:guide>
        <p15:guide id="12" orient="horz" pos="399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274877" y="3878221"/>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274877"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13" name="Text placeholder - column 2"/>
          <p:cNvSpPr>
            <a:spLocks noGrp="1"/>
          </p:cNvSpPr>
          <p:nvPr>
            <p:ph type="body" sz="quarter" idx="17" hasCustomPrompt="1"/>
          </p:nvPr>
        </p:nvSpPr>
        <p:spPr>
          <a:xfrm>
            <a:off x="6351252" y="3878221"/>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351252"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9" name="Text placeholder - column 2"/>
          <p:cNvSpPr>
            <a:spLocks noGrp="1"/>
          </p:cNvSpPr>
          <p:nvPr>
            <p:ph type="body" sz="quarter" idx="15" hasCustomPrompt="1"/>
          </p:nvPr>
        </p:nvSpPr>
        <p:spPr>
          <a:xfrm>
            <a:off x="3427626" y="3878221"/>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427626"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3" name="Text placeholder - column 2"/>
          <p:cNvSpPr>
            <a:spLocks noGrp="1"/>
          </p:cNvSpPr>
          <p:nvPr>
            <p:ph type="body" sz="quarter" idx="10" hasCustomPrompt="1"/>
          </p:nvPr>
        </p:nvSpPr>
        <p:spPr>
          <a:xfrm>
            <a:off x="504000" y="387822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4000"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80594478"/>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orient="horz" pos="551" userDrawn="1">
          <p15:clr>
            <a:srgbClr val="FBAE40"/>
          </p15:clr>
        </p15:guide>
        <p15:guide id="4" orient="horz" pos="1021" userDrawn="1">
          <p15:clr>
            <a:srgbClr val="FBAE40"/>
          </p15:clr>
        </p15:guide>
        <p15:guide id="5" orient="horz" pos="2110" userDrawn="1">
          <p15:clr>
            <a:srgbClr val="FBAE40"/>
          </p15:clr>
        </p15:guide>
        <p15:guide id="6" orient="horz" pos="2442" userDrawn="1">
          <p15:clr>
            <a:srgbClr val="FBAE40"/>
          </p15:clr>
        </p15:guide>
        <p15:guide id="7" orient="horz" pos="3990" userDrawn="1">
          <p15:clr>
            <a:srgbClr val="FBAE40"/>
          </p15:clr>
        </p15:guide>
        <p15:guide id="8" pos="1840" userDrawn="1">
          <p15:clr>
            <a:srgbClr val="FBAE40"/>
          </p15:clr>
        </p15:guide>
        <p15:guide id="9" pos="2159" userDrawn="1">
          <p15:clr>
            <a:srgbClr val="FBAE40"/>
          </p15:clr>
        </p15:guide>
        <p15:guide id="10" pos="3683" userDrawn="1">
          <p15:clr>
            <a:srgbClr val="FBAE40"/>
          </p15:clr>
        </p15:guide>
        <p15:guide id="11" pos="4000" userDrawn="1">
          <p15:clr>
            <a:srgbClr val="FBAE40"/>
          </p15:clr>
        </p15:guide>
        <p15:guide id="12" pos="5525" userDrawn="1">
          <p15:clr>
            <a:srgbClr val="FBAE40"/>
          </p15:clr>
        </p15:guide>
        <p15:guide id="13" pos="5842" userDrawn="1">
          <p15:clr>
            <a:srgbClr val="FBAE40"/>
          </p15:clr>
        </p15:guide>
        <p15:guide id="14" pos="736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600"/>
            </a:lvl2pPr>
          </a:lstStyle>
          <a:p>
            <a:pPr lvl="0"/>
            <a:r>
              <a:rPr lang="en-US" noProof="0"/>
              <a:t>“Quote goes here </a:t>
            </a:r>
            <a:br>
              <a:rPr lang="en-US" noProof="0"/>
            </a:br>
            <a:r>
              <a:rPr lang="en-US" noProof="0"/>
              <a:t>and here.”</a:t>
            </a:r>
          </a:p>
          <a:p>
            <a:pPr lvl="1"/>
            <a:r>
              <a:rPr lang="en-US" noProof="0"/>
              <a:t>Source</a:t>
            </a:r>
          </a:p>
        </p:txBody>
      </p:sp>
    </p:spTree>
    <p:extLst>
      <p:ext uri="{BB962C8B-B14F-4D97-AF65-F5344CB8AC3E}">
        <p14:creationId xmlns:p14="http://schemas.microsoft.com/office/powerpoint/2010/main" val="932785900"/>
      </p:ext>
    </p:extLst>
  </p:cSld>
  <p:clrMapOvr>
    <a:masterClrMapping/>
  </p:clrMapOvr>
  <p:extLst>
    <p:ext uri="{DCECCB84-F9BA-43D5-87BE-67443E8EF086}">
      <p15:sldGuideLst xmlns:p15="http://schemas.microsoft.com/office/powerpoint/2012/main">
        <p15:guide id="1" pos="317" userDrawn="1">
          <p15:clr>
            <a:srgbClr val="FBAE40"/>
          </p15:clr>
        </p15:guide>
        <p15:guide id="4" orient="horz" pos="1133" userDrawn="1">
          <p15:clr>
            <a:srgbClr val="FBAE40"/>
          </p15:clr>
        </p15:guide>
        <p15:guide id="5" orient="horz" pos="3204" userDrawn="1">
          <p15:clr>
            <a:srgbClr val="FBAE40"/>
          </p15:clr>
        </p15:guide>
        <p15:guide id="6" pos="7363"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p:cNvSpPr>
            <a:spLocks noGrp="1"/>
          </p:cNvSpPr>
          <p:nvPr>
            <p:ph type="body" sz="quarter" idx="11" hasCustomPrompt="1"/>
          </p:nvPr>
        </p:nvSpPr>
        <p:spPr bwMode="black">
          <a:xfrm>
            <a:off x="503999" y="1620000"/>
            <a:ext cx="7092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4001" y="504000"/>
            <a:ext cx="7092000"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425020262"/>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991" userDrawn="1">
          <p15:clr>
            <a:srgbClr val="FBAE40"/>
          </p15:clr>
        </p15:guide>
        <p15:guide id="3" pos="4786" userDrawn="1">
          <p15:clr>
            <a:srgbClr val="FBAE40"/>
          </p15:clr>
        </p15:guide>
        <p15:guide id="4" pos="5119" userDrawn="1">
          <p15:clr>
            <a:srgbClr val="FBAE40"/>
          </p15:clr>
        </p15:guide>
        <p15:guide id="5" orient="horz" pos="317" userDrawn="1">
          <p15:clr>
            <a:srgbClr val="FBAE40"/>
          </p15:clr>
        </p15:guide>
        <p15:guide id="6" orient="horz" pos="551" userDrawn="1">
          <p15:clr>
            <a:srgbClr val="FBAE40"/>
          </p15:clr>
        </p15:guide>
        <p15:guide id="7" orient="horz" pos="102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41397911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2477" y="1620000"/>
            <a:ext cx="5328000" cy="4716000"/>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endParaRPr lang="de-DE" dirty="0"/>
          </a:p>
        </p:txBody>
      </p:sp>
      <p:sp>
        <p:nvSpPr>
          <p:cNvPr id="4" name="Text Placeholder"/>
          <p:cNvSpPr>
            <a:spLocks noGrp="1"/>
          </p:cNvSpPr>
          <p:nvPr>
            <p:ph type="body" sz="quarter" idx="10" hasCustomPrompt="1"/>
          </p:nvPr>
        </p:nvSpPr>
        <p:spPr>
          <a:xfrm>
            <a:off x="504000" y="1620000"/>
            <a:ext cx="5328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1020" userDrawn="1">
          <p15:clr>
            <a:srgbClr val="FBAE40"/>
          </p15:clr>
        </p15:guide>
        <p15:guide id="3" pos="3674" userDrawn="1">
          <p15:clr>
            <a:srgbClr val="FBAE40"/>
          </p15:clr>
        </p15:guide>
        <p15:guide id="4" pos="4008" userDrawn="1">
          <p15:clr>
            <a:srgbClr val="FBAE40"/>
          </p15:clr>
        </p15:guide>
        <p15:guide id="5" pos="7364" userDrawn="1">
          <p15:clr>
            <a:srgbClr val="FBAE40"/>
          </p15:clr>
        </p15:guide>
        <p15:guide id="6" orient="horz" pos="317" userDrawn="1">
          <p15:clr>
            <a:srgbClr val="FBAE40"/>
          </p15:clr>
        </p15:guide>
        <p15:guide id="7" orient="horz" pos="551" userDrawn="1">
          <p15:clr>
            <a:srgbClr val="FBAE40"/>
          </p15:clr>
        </p15:guide>
        <p15:guide id="8" orient="horz" pos="399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620000"/>
            <a:ext cx="11185200" cy="4716000"/>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4186098743"/>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orient="horz" pos="551" userDrawn="1">
          <p15:clr>
            <a:srgbClr val="FBAE40"/>
          </p15:clr>
        </p15:guide>
        <p15:guide id="4" orient="horz" pos="1020" userDrawn="1">
          <p15:clr>
            <a:srgbClr val="FBAE40"/>
          </p15:clr>
        </p15:guide>
        <p15:guide id="5" orient="horz" pos="3991" userDrawn="1">
          <p15:clr>
            <a:srgbClr val="FBAE40"/>
          </p15:clr>
        </p15:guide>
        <p15:guide id="6" pos="736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hank You, Contact and Copyright">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62EF80-ED78-484B-AC34-B314C73F9091}"/>
              </a:ext>
            </a:extLst>
          </p:cNvPr>
          <p:cNvSpPr txBox="1"/>
          <p:nvPr userDrawn="1"/>
        </p:nvSpPr>
        <p:spPr>
          <a:xfrm>
            <a:off x="503238" y="1466850"/>
            <a:ext cx="4391247" cy="846386"/>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5500" b="1" kern="0" dirty="0">
                <a:ea typeface="Arial Unicode MS" pitchFamily="34" charset="-128"/>
                <a:cs typeface="Arial Unicode MS" pitchFamily="34" charset="-128"/>
              </a:rPr>
              <a:t>Thank you.</a:t>
            </a:r>
          </a:p>
        </p:txBody>
      </p:sp>
      <p:pic>
        <p:nvPicPr>
          <p:cNvPr id="552953312" name="Acquired Company Logo Placeholder" descr="{&quot;templafy&quot;:{&quot;id&quot;:&quot;63117e00-afbc-4c35-98f2-23368306281c&quot;}}"/>
          <p:cNvPicPr>
            <a:picLocks noChangeAspect="1"/>
          </p:cNvPicPr>
          <p:nvPr/>
        </p:nvPicPr>
        <p:blipFill>
          <a:blip r:embed="rId2"/>
          <a:stretch>
            <a:fillRect/>
          </a:stretch>
        </p:blipFill>
        <p:spPr>
          <a:xfrm>
            <a:off x="504000" y="522453"/>
            <a:ext cx="1109568" cy="225572"/>
          </a:xfrm>
          <a:prstGeom prst="rect">
            <a:avLst/>
          </a:prstGeom>
        </p:spPr>
      </p:pic>
      <p:sp>
        <p:nvSpPr>
          <p:cNvPr id="10" name="TextBox 9">
            <a:extLst>
              <a:ext uri="{FF2B5EF4-FFF2-40B4-BE49-F238E27FC236}">
                <a16:creationId xmlns:a16="http://schemas.microsoft.com/office/drawing/2014/main" id="{433C5639-DDA2-864A-9DC3-7FC80AC852D5}"/>
              </a:ext>
            </a:extLst>
          </p:cNvPr>
          <p:cNvSpPr txBox="1"/>
          <p:nvPr userDrawn="1"/>
        </p:nvSpPr>
        <p:spPr>
          <a:xfrm>
            <a:off x="503238" y="2905125"/>
            <a:ext cx="1837041" cy="246221"/>
          </a:xfrm>
          <a:prstGeom prst="rect">
            <a:avLst/>
          </a:prstGeom>
          <a:noFill/>
        </p:spPr>
        <p:txBody>
          <a:bodyPr wrap="non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lang="en-US" sz="1600" dirty="0"/>
              <a:t>Contact information:</a:t>
            </a:r>
          </a:p>
        </p:txBody>
      </p:sp>
      <p:sp>
        <p:nvSpPr>
          <p:cNvPr id="9" name="Copyright Placeholder" descr="{&quot;templafy&quot;:{&quot;id&quot;:&quot;ba9fff8e-a26f-4604-9418-39eec7243848&quot;}}">
            <a:extLst>
              <a:ext uri="{FF2B5EF4-FFF2-40B4-BE49-F238E27FC236}">
                <a16:creationId xmlns:a16="http://schemas.microsoft.com/office/drawing/2014/main" id="{EDAF1AF5-D568-20CC-6052-F655D86F5486}"/>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dirty="0"/>
              <a:t>© 2023 SAP SE or an SAP affiliate company. All rights reserved. See Legal Notice on www.sap.com/legal-notice for use terms, disclaimers, disclosures, or restrictions related to SAP Materials for general audiences.</a:t>
            </a:r>
          </a:p>
        </p:txBody>
      </p:sp>
      <p:pic>
        <p:nvPicPr>
          <p:cNvPr id="859755923" name="SAP Logo Placeholder" descr="{&quot;templafy&quot;:{&quot;id&quot;:&quot;047c6fc0-9718-4541-8d9b-414d394cb365&quot;}}"/>
          <p:cNvPicPr>
            <a:picLocks noChangeAspect="1"/>
          </p:cNvPicPr>
          <p:nvPr/>
        </p:nvPicPr>
        <p:blipFill>
          <a:blip r:embed="rId3"/>
          <a:stretch>
            <a:fillRect/>
          </a:stretch>
        </p:blipFill>
        <p:spPr>
          <a:xfrm>
            <a:off x="9509760" y="5797296"/>
            <a:ext cx="2212852" cy="536449"/>
          </a:xfrm>
          <a:prstGeom prst="rect">
            <a:avLst/>
          </a:prstGeom>
        </p:spPr>
      </p:pic>
    </p:spTree>
    <p:extLst>
      <p:ext uri="{BB962C8B-B14F-4D97-AF65-F5344CB8AC3E}">
        <p14:creationId xmlns:p14="http://schemas.microsoft.com/office/powerpoint/2010/main" val="781090314"/>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7364" userDrawn="1">
          <p15:clr>
            <a:srgbClr val="FBAE40"/>
          </p15:clr>
        </p15:guide>
        <p15:guide id="2" orient="horz" pos="924" userDrawn="1">
          <p15:clr>
            <a:srgbClr val="FBAE40"/>
          </p15:clr>
        </p15:guide>
        <p15:guide id="4" orient="horz" pos="1830" userDrawn="1">
          <p15:clr>
            <a:srgbClr val="FBAE40"/>
          </p15:clr>
        </p15:guide>
        <p15:guide id="5" orient="horz" pos="4000" userDrawn="1">
          <p15:clr>
            <a:srgbClr val="FBAE40"/>
          </p15:clr>
        </p15:guide>
        <p15:guide id="6" pos="317" userDrawn="1">
          <p15:clr>
            <a:srgbClr val="FBAE40"/>
          </p15:clr>
        </p15:guide>
        <p15:guide id="8" pos="3841" userDrawn="1">
          <p15:clr>
            <a:srgbClr val="FBAE40"/>
          </p15:clr>
        </p15:guide>
        <p15:guide id="9" orient="horz" pos="31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over with Image or Illustration">
    <p:spTree>
      <p:nvGrpSpPr>
        <p:cNvPr id="1" name=""/>
        <p:cNvGrpSpPr/>
        <p:nvPr/>
      </p:nvGrpSpPr>
      <p:grpSpPr>
        <a:xfrm>
          <a:off x="0" y="0"/>
          <a:ext cx="0" cy="0"/>
          <a:chOff x="0" y="0"/>
          <a:chExt cx="0" cy="0"/>
        </a:xfrm>
      </p:grpSpPr>
      <p:pic>
        <p:nvPicPr>
          <p:cNvPr id="128861290" name="SAP Logo Placeholder" descr="{&quot;templafy&quot;:{&quot;id&quot;:&quot;a4bc5d1e-6498-48af-abc5-68a161dc154a&quot;}}"/>
          <p:cNvPicPr>
            <a:picLocks noChangeAspect="1"/>
          </p:cNvPicPr>
          <p:nvPr/>
        </p:nvPicPr>
        <p:blipFill>
          <a:blip r:embed="rId2"/>
          <a:stretch>
            <a:fillRect/>
          </a:stretch>
        </p:blipFill>
        <p:spPr>
          <a:xfrm>
            <a:off x="9692640" y="6053328"/>
            <a:ext cx="2212852" cy="536449"/>
          </a:xfrm>
          <a:prstGeom prst="rect">
            <a:avLst/>
          </a:prstGeom>
        </p:spPr>
      </p:pic>
      <p:sp>
        <p:nvSpPr>
          <p:cNvPr id="9" name="Partner Logo Placeholder">
            <a:extLst>
              <a:ext uri="{FF2B5EF4-FFF2-40B4-BE49-F238E27FC236}">
                <a16:creationId xmlns:a16="http://schemas.microsoft.com/office/drawing/2014/main" id="{19E8849E-429B-6042-8141-D50CA3A38A84}"/>
              </a:ext>
            </a:extLst>
          </p:cNvPr>
          <p:cNvSpPr>
            <a:spLocks noGrp="1"/>
          </p:cNvSpPr>
          <p:nvPr>
            <p:ph type="pic" sz="quarter" idx="16" hasCustomPrompt="1"/>
          </p:nvPr>
        </p:nvSpPr>
        <p:spPr>
          <a:xfrm>
            <a:off x="282575" y="6161088"/>
            <a:ext cx="954088" cy="417512"/>
          </a:xfrm>
        </p:spPr>
        <p:txBody>
          <a:bodyPr anchor="ctr" anchorCtr="0">
            <a:noAutofit/>
          </a:bodyPr>
          <a:lstStyle>
            <a:lvl1pPr algn="ctr">
              <a:spcBef>
                <a:spcPts val="0"/>
              </a:spcBef>
              <a:defRPr sz="900"/>
            </a:lvl1pPr>
          </a:lstStyle>
          <a:p>
            <a:r>
              <a:rPr lang="en-US" dirty="0"/>
              <a:t>Add partner </a:t>
            </a:r>
            <a:br>
              <a:rPr lang="en-US" dirty="0"/>
            </a:br>
            <a:r>
              <a:rPr lang="en-US" dirty="0"/>
              <a:t>logo and alt text</a:t>
            </a:r>
          </a:p>
        </p:txBody>
      </p:sp>
      <p:sp>
        <p:nvSpPr>
          <p:cNvPr id="3" name="Title"/>
          <p:cNvSpPr>
            <a:spLocks noGrp="1"/>
          </p:cNvSpPr>
          <p:nvPr>
            <p:ph type="title" hasCustomPrompt="1"/>
          </p:nvPr>
        </p:nvSpPr>
        <p:spPr>
          <a:xfrm>
            <a:off x="288000" y="4024430"/>
            <a:ext cx="11628000" cy="997196"/>
          </a:xfrm>
        </p:spPr>
        <p:txBody>
          <a:bodyPr vert="horz" wrap="square" lIns="0" tIns="0" rIns="0" bIns="0" rtlCol="0">
            <a:noAutofit/>
          </a:bodyPr>
          <a:lstStyle>
            <a:lvl1pPr>
              <a:lnSpc>
                <a:spcPct val="90000"/>
              </a:lnSpc>
              <a:defRPr lang="de-DE" sz="3600" dirty="0">
                <a:latin typeface="+mn-lt"/>
                <a:ea typeface="+mn-ea"/>
                <a:cs typeface="+mn-cs"/>
              </a:defRPr>
            </a:lvl1pPr>
          </a:lstStyle>
          <a:p>
            <a:pPr lvl="0"/>
            <a:r>
              <a:rPr lang="en-US"/>
              <a:t>Title Goes Here</a:t>
            </a:r>
            <a:br>
              <a:rPr lang="en-US"/>
            </a:br>
            <a:r>
              <a:rPr lang="en-US"/>
              <a:t>and Here and Here</a:t>
            </a:r>
          </a:p>
        </p:txBody>
      </p:sp>
      <p:pic>
        <p:nvPicPr>
          <p:cNvPr id="626132326" name="Acquired Company Logo Placeholder" descr="{&quot;templafy&quot;:{&quot;id&quot;:&quot;ac5908a3-afcd-4bf9-98bc-46840e4b3adc&quot;}}"/>
          <p:cNvPicPr>
            <a:picLocks noChangeAspect="1"/>
          </p:cNvPicPr>
          <p:nvPr/>
        </p:nvPicPr>
        <p:blipFill>
          <a:blip r:embed="rId3"/>
          <a:stretch>
            <a:fillRect/>
          </a:stretch>
        </p:blipFill>
        <p:spPr>
          <a:xfrm>
            <a:off x="282575" y="3564352"/>
            <a:ext cx="1109568" cy="219475"/>
          </a:xfrm>
          <a:prstGeom prst="rect">
            <a:avLst/>
          </a:prstGeom>
        </p:spPr>
      </p:pic>
      <p:sp>
        <p:nvSpPr>
          <p:cNvPr id="5" name="Title Image Placeholder" descr="Placeholder title image" title="Title image"/>
          <p:cNvSpPr>
            <a:spLocks noGrp="1"/>
          </p:cNvSpPr>
          <p:nvPr>
            <p:ph type="pic" sz="quarter" idx="12" hasCustomPrompt="1"/>
          </p:nvPr>
        </p:nvSpPr>
        <p:spPr bwMode="gray">
          <a:xfrm>
            <a:off x="1" y="0"/>
            <a:ext cx="12193200" cy="3430006"/>
          </a:xfrm>
          <a:noFill/>
        </p:spPr>
        <p:txBody>
          <a:bodyPr tIns="504000"/>
          <a:lstStyle>
            <a:lvl1pPr algn="ctr">
              <a:defRPr sz="1600">
                <a:solidFill>
                  <a:schemeClr val="tx1"/>
                </a:solidFill>
              </a:defRPr>
            </a:lvl1pPr>
          </a:lstStyle>
          <a:p>
            <a:r>
              <a:rPr lang="en-US" dirty="0"/>
              <a:t>Click to insert title image or illustration</a:t>
            </a:r>
          </a:p>
        </p:txBody>
      </p:sp>
      <p:sp>
        <p:nvSpPr>
          <p:cNvPr id="12" name="TextBox 11" descr="{&quot;templafy&quot;:{&quot;id&quot;:&quot;b4fab182-35c8-4226-a97d-e1a7d459ef9c&quot;}}">
            <a:extLst>
              <a:ext uri="{FF2B5EF4-FFF2-40B4-BE49-F238E27FC236}">
                <a16:creationId xmlns:a16="http://schemas.microsoft.com/office/drawing/2014/main" id="{EEC6D590-31F2-438D-89DB-EC6D9F68073A}"/>
              </a:ext>
            </a:extLst>
          </p:cNvPr>
          <p:cNvSpPr txBox="1"/>
          <p:nvPr userDrawn="1"/>
        </p:nvSpPr>
        <p:spPr>
          <a:xfrm>
            <a:off x="282575" y="5725533"/>
            <a:ext cx="4986112" cy="252000"/>
          </a:xfrm>
          <a:prstGeom prst="rect">
            <a:avLst/>
          </a:prstGeom>
          <a:noFill/>
        </p:spPr>
        <p:txBody>
          <a:bodyPr wrap="square" lIns="0" tIns="0" rIns="0" bIns="0" rtlCol="0">
            <a:norm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kumimoji="0" lang="en-US" sz="10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INTERNAL – SAP and Partners Only</a:t>
            </a:r>
          </a:p>
        </p:txBody>
      </p:sp>
      <p:sp>
        <p:nvSpPr>
          <p:cNvPr id="14" name="TextBox 13" descr="{&quot;templafy&quot;:{&quot;id&quot;:&quot;35515a9d-e27d-45ef-8364-854615fdf7f2&quot;}}">
            <a:extLst>
              <a:ext uri="{FF2B5EF4-FFF2-40B4-BE49-F238E27FC236}">
                <a16:creationId xmlns:a16="http://schemas.microsoft.com/office/drawing/2014/main" id="{72E461ED-FE6B-472A-84CF-CA7D67D5FF90}"/>
              </a:ext>
            </a:extLst>
          </p:cNvPr>
          <p:cNvSpPr txBox="1"/>
          <p:nvPr userDrawn="1"/>
        </p:nvSpPr>
        <p:spPr>
          <a:xfrm>
            <a:off x="280987" y="5339187"/>
            <a:ext cx="5402236" cy="223148"/>
          </a:xfrm>
          <a:prstGeom prst="rect">
            <a:avLst/>
          </a:prstGeom>
          <a:noFill/>
        </p:spPr>
        <p:txBody>
          <a:bodyPr wrap="square" lIns="0" tIns="0" rIns="0" bIns="0" rtlCol="0" anchor="b" anchorCtr="0">
            <a:noAutofit/>
          </a:bodyPr>
          <a:lstStyle/>
          <a:p>
            <a:pPr algn="l"/>
            <a:r>
              <a:rPr lang="en-US" sz="1400" dirty="0">
                <a:solidFill>
                  <a:schemeClr val="tx1"/>
                </a:solidFill>
                <a:latin typeface="+mn-lt"/>
              </a:rPr>
              <a:t>Month 00, 2023</a:t>
            </a:r>
          </a:p>
        </p:txBody>
      </p:sp>
      <p:sp>
        <p:nvSpPr>
          <p:cNvPr id="15" name="TextBox 14" descr="{&quot;templafy&quot;:{&quot;id&quot;:&quot;c98f0aec-eb40-4bd2-9fb8-01dbed947ee9&quot;}}">
            <a:extLst>
              <a:ext uri="{FF2B5EF4-FFF2-40B4-BE49-F238E27FC236}">
                <a16:creationId xmlns:a16="http://schemas.microsoft.com/office/drawing/2014/main" id="{3471D1DE-3939-4170-8CCD-AA9743B81749}"/>
              </a:ext>
            </a:extLst>
          </p:cNvPr>
          <p:cNvSpPr txBox="1"/>
          <p:nvPr userDrawn="1"/>
        </p:nvSpPr>
        <p:spPr>
          <a:xfrm>
            <a:off x="288000" y="5135836"/>
            <a:ext cx="5402236" cy="223148"/>
          </a:xfrm>
          <a:prstGeom prst="rect">
            <a:avLst/>
          </a:prstGeom>
          <a:noFill/>
        </p:spPr>
        <p:txBody>
          <a:bodyPr wrap="square" lIns="0" tIns="0" rIns="0" bIns="0" rtlCol="0" anchor="b" anchorCtr="0">
            <a:noAutofit/>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Speaker’s Name, SAP</a:t>
            </a:r>
          </a:p>
        </p:txBody>
      </p:sp>
    </p:spTree>
    <p:extLst>
      <p:ext uri="{BB962C8B-B14F-4D97-AF65-F5344CB8AC3E}">
        <p14:creationId xmlns:p14="http://schemas.microsoft.com/office/powerpoint/2010/main" val="2064516640"/>
      </p:ext>
    </p:extLst>
  </p:cSld>
  <p:clrMapOvr>
    <a:masterClrMapping/>
  </p:clrMapOvr>
  <p:extLst>
    <p:ext uri="{DCECCB84-F9BA-43D5-87BE-67443E8EF086}">
      <p15:sldGuideLst xmlns:p15="http://schemas.microsoft.com/office/powerpoint/2012/main">
        <p15:guide id="1" pos="7505">
          <p15:clr>
            <a:srgbClr val="FBAE40"/>
          </p15:clr>
        </p15:guide>
        <p15:guide id="2" orient="horz" pos="4144">
          <p15:clr>
            <a:srgbClr val="FBAE40"/>
          </p15:clr>
        </p15:guide>
        <p15:guide id="3" orient="horz" pos="2162">
          <p15:clr>
            <a:srgbClr val="FBAE40"/>
          </p15:clr>
        </p15:guide>
        <p15:guide id="4" pos="181">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0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ver without Image">
    <p:spTree>
      <p:nvGrpSpPr>
        <p:cNvPr id="1" name=""/>
        <p:cNvGrpSpPr/>
        <p:nvPr/>
      </p:nvGrpSpPr>
      <p:grpSpPr>
        <a:xfrm>
          <a:off x="0" y="0"/>
          <a:ext cx="0" cy="0"/>
          <a:chOff x="0" y="0"/>
          <a:chExt cx="0" cy="0"/>
        </a:xfrm>
      </p:grpSpPr>
      <p:pic>
        <p:nvPicPr>
          <p:cNvPr id="2117304514" name="SAP Logo Placeholder" descr="{&quot;templafy&quot;:{&quot;id&quot;:&quot;319528bb-147b-4850-bf9e-af9563b221cd&quot;}}"/>
          <p:cNvPicPr>
            <a:picLocks noChangeAspect="1"/>
          </p:cNvPicPr>
          <p:nvPr/>
        </p:nvPicPr>
        <p:blipFill>
          <a:blip r:embed="rId2"/>
          <a:stretch>
            <a:fillRect/>
          </a:stretch>
        </p:blipFill>
        <p:spPr>
          <a:xfrm>
            <a:off x="9692640" y="6053328"/>
            <a:ext cx="2212852" cy="536449"/>
          </a:xfrm>
          <a:prstGeom prst="rect">
            <a:avLst/>
          </a:prstGeom>
        </p:spPr>
      </p:pic>
      <p:sp>
        <p:nvSpPr>
          <p:cNvPr id="13" name="Partner Logo Placeholder">
            <a:extLst>
              <a:ext uri="{FF2B5EF4-FFF2-40B4-BE49-F238E27FC236}">
                <a16:creationId xmlns:a16="http://schemas.microsoft.com/office/drawing/2014/main" id="{B8569445-4B1E-1949-9952-1DDE9A7284DD}"/>
              </a:ext>
            </a:extLst>
          </p:cNvPr>
          <p:cNvSpPr>
            <a:spLocks noGrp="1"/>
          </p:cNvSpPr>
          <p:nvPr>
            <p:ph type="pic" sz="quarter" idx="16" hasCustomPrompt="1"/>
          </p:nvPr>
        </p:nvSpPr>
        <p:spPr>
          <a:xfrm>
            <a:off x="282575" y="6161088"/>
            <a:ext cx="954088" cy="417512"/>
          </a:xfrm>
        </p:spPr>
        <p:txBody>
          <a:bodyPr anchor="ctr" anchorCtr="0">
            <a:noAutofit/>
          </a:bodyPr>
          <a:lstStyle>
            <a:lvl1pPr algn="ctr">
              <a:spcBef>
                <a:spcPts val="0"/>
              </a:spcBef>
              <a:defRPr sz="900"/>
            </a:lvl1pPr>
          </a:lstStyle>
          <a:p>
            <a:r>
              <a:rPr lang="en-US" dirty="0"/>
              <a:t>Add partner </a:t>
            </a:r>
            <a:br>
              <a:rPr lang="en-US" dirty="0"/>
            </a:br>
            <a:r>
              <a:rPr lang="en-US" dirty="0"/>
              <a:t>logo and alt text</a:t>
            </a:r>
          </a:p>
        </p:txBody>
      </p:sp>
      <p:sp>
        <p:nvSpPr>
          <p:cNvPr id="12" name="Classification" descr="{&quot;templafy&quot;:{&quot;id&quot;:&quot;e4d4103e-2c8a-4c02-9be2-7c3c42722b9e&quot;}}">
            <a:extLst>
              <a:ext uri="{FF2B5EF4-FFF2-40B4-BE49-F238E27FC236}">
                <a16:creationId xmlns:a16="http://schemas.microsoft.com/office/drawing/2014/main" id="{9AED1B7B-FC45-4242-8DBB-E0D16A9A9CDB}"/>
              </a:ext>
            </a:extLst>
          </p:cNvPr>
          <p:cNvSpPr txBox="1"/>
          <p:nvPr userDrawn="1"/>
        </p:nvSpPr>
        <p:spPr>
          <a:xfrm>
            <a:off x="282575" y="5080814"/>
            <a:ext cx="4986112" cy="252000"/>
          </a:xfrm>
          <a:prstGeom prst="rect">
            <a:avLst/>
          </a:prstGeom>
          <a:noFill/>
        </p:spPr>
        <p:txBody>
          <a:bodyPr wrap="square" lIns="0" tIns="0" rIns="0" bIns="0" rtlCol="0">
            <a:norm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kumimoji="0" lang="en-US" sz="10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INTERNAL – SAP and Partners Only</a:t>
            </a:r>
          </a:p>
        </p:txBody>
      </p:sp>
      <p:sp>
        <p:nvSpPr>
          <p:cNvPr id="4" name="Title"/>
          <p:cNvSpPr>
            <a:spLocks noGrp="1"/>
          </p:cNvSpPr>
          <p:nvPr>
            <p:ph type="title" hasCustomPrompt="1"/>
          </p:nvPr>
        </p:nvSpPr>
        <p:spPr>
          <a:xfrm>
            <a:off x="288000" y="2706317"/>
            <a:ext cx="11628000" cy="997196"/>
          </a:xfrm>
        </p:spPr>
        <p:txBody>
          <a:bodyPr>
            <a:noAutofit/>
          </a:bodyPr>
          <a:lstStyle>
            <a:lvl1pPr>
              <a:lnSpc>
                <a:spcPct val="90000"/>
              </a:lnSpc>
              <a:defRPr sz="3600"/>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Arial Unicode MS" pitchFamily="34" charset="-128"/>
              <a:cs typeface="Arial Unicode MS" pitchFamily="34" charset="-128"/>
            </a:endParaRPr>
          </a:p>
        </p:txBody>
      </p:sp>
      <p:pic>
        <p:nvPicPr>
          <p:cNvPr id="389904116" name="Acquired Company Logo Placeholder" descr="{&quot;templafy&quot;:{&quot;id&quot;:&quot;8b02fc12-16b8-4b4f-bfca-218cd9fb7803&quot;}}"/>
          <p:cNvPicPr>
            <a:picLocks noChangeAspect="1"/>
          </p:cNvPicPr>
          <p:nvPr/>
        </p:nvPicPr>
        <p:blipFill>
          <a:blip r:embed="rId3"/>
          <a:stretch>
            <a:fillRect/>
          </a:stretch>
        </p:blipFill>
        <p:spPr>
          <a:xfrm>
            <a:off x="282575" y="2045822"/>
            <a:ext cx="1109568" cy="219475"/>
          </a:xfrm>
          <a:prstGeom prst="rect">
            <a:avLst/>
          </a:prstGeom>
        </p:spPr>
      </p:pic>
      <p:sp>
        <p:nvSpPr>
          <p:cNvPr id="8" name="TextBox 7" descr="{&quot;templafy&quot;:{&quot;id&quot;:&quot;92ba9a4f-8a25-4ab6-9f5a-4f3f9d96b572&quot;}}">
            <a:extLst>
              <a:ext uri="{FF2B5EF4-FFF2-40B4-BE49-F238E27FC236}">
                <a16:creationId xmlns:a16="http://schemas.microsoft.com/office/drawing/2014/main" id="{64C1028F-1E91-4F0C-94BA-BF68E9AED35D}"/>
              </a:ext>
            </a:extLst>
          </p:cNvPr>
          <p:cNvSpPr txBox="1"/>
          <p:nvPr userDrawn="1"/>
        </p:nvSpPr>
        <p:spPr>
          <a:xfrm>
            <a:off x="282575" y="5080814"/>
            <a:ext cx="4986112" cy="252000"/>
          </a:xfrm>
          <a:prstGeom prst="rect">
            <a:avLst/>
          </a:prstGeom>
          <a:noFill/>
        </p:spPr>
        <p:txBody>
          <a:bodyPr wrap="square" lIns="0" tIns="0" rIns="0" bIns="0" rtlCol="0">
            <a:norm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kumimoji="0" lang="en-US" sz="10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INTERNAL – SAP and Partners Only</a:t>
            </a:r>
          </a:p>
        </p:txBody>
      </p:sp>
      <p:sp>
        <p:nvSpPr>
          <p:cNvPr id="10" name="TextBox 9" descr="{&quot;templafy&quot;:{&quot;id&quot;:&quot;6ee1a0c2-1b7b-4df4-b33e-7a5e99b14e50&quot;}}">
            <a:extLst>
              <a:ext uri="{FF2B5EF4-FFF2-40B4-BE49-F238E27FC236}">
                <a16:creationId xmlns:a16="http://schemas.microsoft.com/office/drawing/2014/main" id="{8D0BBFAA-C778-47CC-B6FF-20BAB456E2C9}"/>
              </a:ext>
            </a:extLst>
          </p:cNvPr>
          <p:cNvSpPr txBox="1"/>
          <p:nvPr userDrawn="1"/>
        </p:nvSpPr>
        <p:spPr>
          <a:xfrm>
            <a:off x="280987" y="4478127"/>
            <a:ext cx="5402236" cy="223148"/>
          </a:xfrm>
          <a:prstGeom prst="rect">
            <a:avLst/>
          </a:prstGeom>
          <a:noFill/>
        </p:spPr>
        <p:txBody>
          <a:bodyPr wrap="square" lIns="0" tIns="0" rIns="0" bIns="0" rtlCol="0" anchor="b" anchorCtr="0">
            <a:noAutofit/>
          </a:bodyPr>
          <a:lstStyle/>
          <a:p>
            <a:pPr algn="l"/>
            <a:r>
              <a:rPr lang="en-US" sz="1400" dirty="0">
                <a:solidFill>
                  <a:schemeClr val="tx1"/>
                </a:solidFill>
                <a:latin typeface="+mn-lt"/>
              </a:rPr>
              <a:t>Month 00, 2023</a:t>
            </a:r>
          </a:p>
        </p:txBody>
      </p:sp>
      <p:sp>
        <p:nvSpPr>
          <p:cNvPr id="14" name="TextBox 13" descr="{&quot;templafy&quot;:{&quot;id&quot;:&quot;86a64b3d-bee0-48c4-9dd9-9ad25729dcfd&quot;}}">
            <a:extLst>
              <a:ext uri="{FF2B5EF4-FFF2-40B4-BE49-F238E27FC236}">
                <a16:creationId xmlns:a16="http://schemas.microsoft.com/office/drawing/2014/main" id="{65BC2793-745A-43E4-8CF5-24D8BF40D064}"/>
              </a:ext>
            </a:extLst>
          </p:cNvPr>
          <p:cNvSpPr txBox="1"/>
          <p:nvPr userDrawn="1"/>
        </p:nvSpPr>
        <p:spPr>
          <a:xfrm>
            <a:off x="288000" y="4274776"/>
            <a:ext cx="5402236" cy="223148"/>
          </a:xfrm>
          <a:prstGeom prst="rect">
            <a:avLst/>
          </a:prstGeom>
          <a:noFill/>
        </p:spPr>
        <p:txBody>
          <a:bodyPr wrap="square" lIns="0" tIns="0" rIns="0" bIns="0" rtlCol="0" anchor="b" anchorCtr="0">
            <a:noAutofit/>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Speaker’s Name, SAP</a:t>
            </a:r>
          </a:p>
        </p:txBody>
      </p:sp>
    </p:spTree>
    <p:extLst>
      <p:ext uri="{BB962C8B-B14F-4D97-AF65-F5344CB8AC3E}">
        <p14:creationId xmlns:p14="http://schemas.microsoft.com/office/powerpoint/2010/main" val="4036396151"/>
      </p:ext>
    </p:extLst>
  </p:cSld>
  <p:clrMapOvr>
    <a:masterClrMapping/>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60">
          <p15:clr>
            <a:srgbClr val="FBAE40"/>
          </p15:clr>
        </p15:guide>
        <p15:guide id="6" pos="7506">
          <p15:clr>
            <a:srgbClr val="FBAE40"/>
          </p15:clr>
        </p15:guide>
        <p15:guide id="7" orient="horz" pos="414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716000"/>
          </a:xfrm>
        </p:spPr>
        <p:txBody>
          <a:bodyPr>
            <a:norm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a:t>Agenda Item/Divider Headline</a:t>
            </a:r>
          </a:p>
          <a:p>
            <a:pPr lvl="1"/>
            <a:r>
              <a:rPr lang="en-US"/>
              <a:t>Details</a:t>
            </a:r>
          </a:p>
        </p:txBody>
      </p:sp>
      <p:sp>
        <p:nvSpPr>
          <p:cNvPr id="3" name="Agenda title"/>
          <p:cNvSpPr>
            <a:spLocks noGrp="1"/>
          </p:cNvSpPr>
          <p:nvPr>
            <p:ph type="title" hasCustomPrompt="1"/>
          </p:nvPr>
        </p:nvSpPr>
        <p:spPr/>
        <p:txBody>
          <a:bodyPr/>
          <a:lstStyle>
            <a:lvl1pPr>
              <a:defRPr/>
            </a:lvl1pPr>
          </a:lstStyle>
          <a:p>
            <a:r>
              <a:rPr lang="en-US"/>
              <a:t>Agenda</a:t>
            </a:r>
          </a:p>
        </p:txBody>
      </p:sp>
    </p:spTree>
    <p:extLst>
      <p:ext uri="{BB962C8B-B14F-4D97-AF65-F5344CB8AC3E}">
        <p14:creationId xmlns:p14="http://schemas.microsoft.com/office/powerpoint/2010/main" val="4236932109"/>
      </p:ext>
    </p:extLst>
  </p:cSld>
  <p:clrMapOvr>
    <a:masterClrMapping/>
  </p:clrMapOvr>
  <p:extLst>
    <p:ext uri="{DCECCB84-F9BA-43D5-87BE-67443E8EF086}">
      <p15:sldGuideLst xmlns:p15="http://schemas.microsoft.com/office/powerpoint/2012/main">
        <p15:guide id="1" pos="317">
          <p15:clr>
            <a:srgbClr val="FBAE40"/>
          </p15:clr>
        </p15:guide>
        <p15:guide id="2" orient="horz" pos="1020">
          <p15:clr>
            <a:srgbClr val="FBAE40"/>
          </p15:clr>
        </p15:guide>
        <p15:guide id="3" pos="7364">
          <p15:clr>
            <a:srgbClr val="FBAE40"/>
          </p15:clr>
        </p15:guide>
        <p15:guide id="4" orient="horz" pos="316">
          <p15:clr>
            <a:srgbClr val="FBAE40"/>
          </p15:clr>
        </p15:guide>
        <p15:guide id="5" orient="horz" pos="551">
          <p15:clr>
            <a:srgbClr val="FBAE40"/>
          </p15:clr>
        </p15:guide>
        <p15:guide id="6" orient="horz" pos="399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3090446"/>
            <a:ext cx="11185200" cy="677108"/>
          </a:xfrm>
        </p:spPr>
        <p:txBody>
          <a:bodyPr anchor="ctr" anchorCtr="0">
            <a:noAutofit/>
          </a:bodyPr>
          <a:lstStyle>
            <a:lvl1pPr>
              <a:defRPr sz="4400">
                <a:solidFill>
                  <a:schemeClr val="tx1"/>
                </a:solidFill>
                <a:latin typeface="+mj-lt"/>
              </a:defRPr>
            </a:lvl1pPr>
          </a:lstStyle>
          <a:p>
            <a:r>
              <a:rPr lang="en-US"/>
              <a:t>Divider page</a:t>
            </a:r>
            <a:endParaRPr lang="de-DE"/>
          </a:p>
        </p:txBody>
      </p:sp>
    </p:spTree>
    <p:extLst>
      <p:ext uri="{BB962C8B-B14F-4D97-AF65-F5344CB8AC3E}">
        <p14:creationId xmlns:p14="http://schemas.microsoft.com/office/powerpoint/2010/main" val="3962332057"/>
      </p:ext>
    </p:extLst>
  </p:cSld>
  <p:clrMapOvr>
    <a:masterClrMapping/>
  </p:clrMapOvr>
  <p:hf sldNum="0" hdr="0" ftr="0" dt="0"/>
  <p:extLst>
    <p:ext uri="{DCECCB84-F9BA-43D5-87BE-67443E8EF086}">
      <p15:sldGuideLst xmlns:p15="http://schemas.microsoft.com/office/powerpoint/2012/main">
        <p15:guide id="1" pos="317">
          <p15:clr>
            <a:srgbClr val="FBAE40"/>
          </p15:clr>
        </p15:guide>
        <p15:guide id="2" orient="horz" pos="2160">
          <p15:clr>
            <a:srgbClr val="FBAE40"/>
          </p15:clr>
        </p15:guide>
        <p15:guide id="3" pos="736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a:t>
            </a:r>
          </a:p>
        </p:txBody>
      </p:sp>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400">
                <a:solidFill>
                  <a:schemeClr val="tx1"/>
                </a:solidFill>
                <a:latin typeface="+mj-lt"/>
              </a:defRPr>
            </a:lvl1pPr>
          </a:lstStyle>
          <a:p>
            <a:r>
              <a:rPr lang="en-US"/>
              <a:t>Divider page</a:t>
            </a:r>
            <a:endParaRPr lang="de-DE"/>
          </a:p>
        </p:txBody>
      </p:sp>
    </p:spTree>
    <p:extLst>
      <p:ext uri="{BB962C8B-B14F-4D97-AF65-F5344CB8AC3E}">
        <p14:creationId xmlns:p14="http://schemas.microsoft.com/office/powerpoint/2010/main" val="103366576"/>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4">
          <p15:clr>
            <a:srgbClr val="FBAE40"/>
          </p15:clr>
        </p15:guide>
        <p15:guide id="3" pos="317">
          <p15:clr>
            <a:srgbClr val="FBAE40"/>
          </p15:clr>
        </p15:guide>
        <p15:guide id="4" orient="horz" pos="865">
          <p15:clr>
            <a:srgbClr val="FBAE40"/>
          </p15:clr>
        </p15:guide>
        <p15:guide id="5" orient="horz" pos="129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62391297"/>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999" y="1620000"/>
            <a:ext cx="11186477"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956921328"/>
      </p:ext>
    </p:extLst>
  </p:cSld>
  <p:clrMapOvr>
    <a:masterClrMapping/>
  </p:clrMapOvr>
  <p:extLst>
    <p:ext uri="{DCECCB84-F9BA-43D5-87BE-67443E8EF086}">
      <p15:sldGuideLst xmlns:p15="http://schemas.microsoft.com/office/powerpoint/2012/main">
        <p15:guide id="1" pos="316">
          <p15:clr>
            <a:srgbClr val="FBAE40"/>
          </p15:clr>
        </p15:guide>
        <p15:guide id="2" orient="horz" pos="3991">
          <p15:clr>
            <a:srgbClr val="FBAE40"/>
          </p15:clr>
        </p15:guide>
        <p15:guide id="3" pos="7364">
          <p15:clr>
            <a:srgbClr val="FBAE40"/>
          </p15:clr>
        </p15:guide>
        <p15:guide id="4" orient="horz" pos="318">
          <p15:clr>
            <a:srgbClr val="FBAE40"/>
          </p15:clr>
        </p15:guide>
        <p15:guide id="5" orient="horz" pos="552">
          <p15:clr>
            <a:srgbClr val="FBAE40"/>
          </p15:clr>
        </p15:guide>
        <p15:guide id="6" orient="horz" pos="101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2477" y="1620000"/>
            <a:ext cx="5328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620000"/>
            <a:ext cx="5328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251096895"/>
      </p:ext>
    </p:extLst>
  </p:cSld>
  <p:clrMapOvr>
    <a:masterClrMapping/>
  </p:clrMapOvr>
  <p:extLst>
    <p:ext uri="{DCECCB84-F9BA-43D5-87BE-67443E8EF086}">
      <p15:sldGuideLst xmlns:p15="http://schemas.microsoft.com/office/powerpoint/2012/main">
        <p15:guide id="1" pos="317">
          <p15:clr>
            <a:srgbClr val="FBAE40"/>
          </p15:clr>
        </p15:guide>
        <p15:guide id="2" orient="horz" pos="3991">
          <p15:clr>
            <a:srgbClr val="FBAE40"/>
          </p15:clr>
        </p15:guide>
        <p15:guide id="3" pos="7364">
          <p15:clr>
            <a:srgbClr val="FBAE40"/>
          </p15:clr>
        </p15:guide>
        <p15:guide id="4" pos="3674">
          <p15:clr>
            <a:srgbClr val="FBAE40"/>
          </p15:clr>
        </p15:guide>
        <p15:guide id="5" pos="4007">
          <p15:clr>
            <a:srgbClr val="FBAE40"/>
          </p15:clr>
        </p15:guide>
        <p15:guide id="6" orient="horz" pos="317">
          <p15:clr>
            <a:srgbClr val="FBAE40"/>
          </p15:clr>
        </p15:guide>
        <p15:guide id="7" orient="horz" pos="551">
          <p15:clr>
            <a:srgbClr val="FBAE40"/>
          </p15:clr>
        </p15:guide>
        <p15:guide id="8" orient="horz" pos="10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5238" y="1620000"/>
            <a:ext cx="3564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620000"/>
            <a:ext cx="3564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907437504"/>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pos="2563">
          <p15:clr>
            <a:srgbClr val="FBAE40"/>
          </p15:clr>
        </p15:guide>
        <p15:guide id="4" pos="2717">
          <p15:clr>
            <a:srgbClr val="FBAE40"/>
          </p15:clr>
        </p15:guide>
        <p15:guide id="5" pos="4964">
          <p15:clr>
            <a:srgbClr val="FBAE40"/>
          </p15:clr>
        </p15:guide>
        <p15:guide id="6" pos="5119">
          <p15:clr>
            <a:srgbClr val="FBAE40"/>
          </p15:clr>
        </p15:guide>
        <p15:guide id="7" pos="7364">
          <p15:clr>
            <a:srgbClr val="FBAE40"/>
          </p15:clr>
        </p15:guide>
        <p15:guide id="8" orient="horz" pos="551">
          <p15:clr>
            <a:srgbClr val="FBAE40"/>
          </p15:clr>
        </p15:guide>
        <p15:guide id="9" orient="horz" pos="1020">
          <p15:clr>
            <a:srgbClr val="FBAE40"/>
          </p15:clr>
        </p15:guide>
        <p15:guide id="10" orient="horz" pos="399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2477" y="4770000"/>
            <a:ext cx="5328000" cy="156600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362477" y="1620000"/>
            <a:ext cx="5328000" cy="2631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4000" y="4770000"/>
            <a:ext cx="5328000" cy="156600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620000"/>
            <a:ext cx="5328000" cy="2631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530735267"/>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orient="horz" pos="551">
          <p15:clr>
            <a:srgbClr val="FBAE40"/>
          </p15:clr>
        </p15:guide>
        <p15:guide id="4" orient="horz" pos="1020">
          <p15:clr>
            <a:srgbClr val="FBAE40"/>
          </p15:clr>
        </p15:guide>
        <p15:guide id="5" orient="horz" pos="2678">
          <p15:clr>
            <a:srgbClr val="FBAE40"/>
          </p15:clr>
        </p15:guide>
        <p15:guide id="6" orient="horz" pos="3004">
          <p15:clr>
            <a:srgbClr val="FBAE40"/>
          </p15:clr>
        </p15:guide>
        <p15:guide id="7" orient="horz" pos="3991">
          <p15:clr>
            <a:srgbClr val="FBAE40"/>
          </p15:clr>
        </p15:guide>
        <p15:guide id="8" pos="3682">
          <p15:clr>
            <a:srgbClr val="FBAE40"/>
          </p15:clr>
        </p15:guide>
        <p15:guide id="9" pos="4000">
          <p15:clr>
            <a:srgbClr val="FBAE40"/>
          </p15:clr>
        </p15:guide>
        <p15:guide id="10" pos="736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9277"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299277" y="1620000"/>
            <a:ext cx="3391200" cy="2232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9" name="Text placeholder 2"/>
          <p:cNvSpPr>
            <a:spLocks noGrp="1"/>
          </p:cNvSpPr>
          <p:nvPr>
            <p:ph type="body" sz="quarter" idx="15" hasCustomPrompt="1"/>
          </p:nvPr>
        </p:nvSpPr>
        <p:spPr>
          <a:xfrm>
            <a:off x="4401639"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401639" y="1620000"/>
            <a:ext cx="3391200" cy="2232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4000"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620000"/>
            <a:ext cx="3391200" cy="2232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158056550"/>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pos="2455">
          <p15:clr>
            <a:srgbClr val="FBAE40"/>
          </p15:clr>
        </p15:guide>
        <p15:guide id="4" pos="2773">
          <p15:clr>
            <a:srgbClr val="FBAE40"/>
          </p15:clr>
        </p15:guide>
        <p15:guide id="5" pos="4910">
          <p15:clr>
            <a:srgbClr val="FBAE40"/>
          </p15:clr>
        </p15:guide>
        <p15:guide id="6" pos="5227">
          <p15:clr>
            <a:srgbClr val="FBAE40"/>
          </p15:clr>
        </p15:guide>
        <p15:guide id="7" pos="7364">
          <p15:clr>
            <a:srgbClr val="FBAE40"/>
          </p15:clr>
        </p15:guide>
        <p15:guide id="8" orient="horz" pos="551">
          <p15:clr>
            <a:srgbClr val="FBAE40"/>
          </p15:clr>
        </p15:guide>
        <p15:guide id="9" orient="horz" pos="1019">
          <p15:clr>
            <a:srgbClr val="FBAE40"/>
          </p15:clr>
        </p15:guide>
        <p15:guide id="10" orient="horz" pos="2428">
          <p15:clr>
            <a:srgbClr val="FBAE40"/>
          </p15:clr>
        </p15:guide>
        <p15:guide id="11" orient="horz" pos="2743">
          <p15:clr>
            <a:srgbClr val="FBAE40"/>
          </p15:clr>
        </p15:guide>
        <p15:guide id="12" orient="horz" pos="399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274877" y="3878221"/>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274877"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13" name="Text placeholder - column 2"/>
          <p:cNvSpPr>
            <a:spLocks noGrp="1"/>
          </p:cNvSpPr>
          <p:nvPr>
            <p:ph type="body" sz="quarter" idx="17" hasCustomPrompt="1"/>
          </p:nvPr>
        </p:nvSpPr>
        <p:spPr>
          <a:xfrm>
            <a:off x="6351252" y="3878221"/>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351252"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9" name="Text placeholder - column 2"/>
          <p:cNvSpPr>
            <a:spLocks noGrp="1"/>
          </p:cNvSpPr>
          <p:nvPr>
            <p:ph type="body" sz="quarter" idx="15" hasCustomPrompt="1"/>
          </p:nvPr>
        </p:nvSpPr>
        <p:spPr>
          <a:xfrm>
            <a:off x="3427626" y="3878221"/>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427626"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3" name="Text placeholder - column 2"/>
          <p:cNvSpPr>
            <a:spLocks noGrp="1"/>
          </p:cNvSpPr>
          <p:nvPr>
            <p:ph type="body" sz="quarter" idx="10" hasCustomPrompt="1"/>
          </p:nvPr>
        </p:nvSpPr>
        <p:spPr>
          <a:xfrm>
            <a:off x="504000" y="387822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4000"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480015123"/>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orient="horz" pos="551">
          <p15:clr>
            <a:srgbClr val="FBAE40"/>
          </p15:clr>
        </p15:guide>
        <p15:guide id="4" orient="horz" pos="1021">
          <p15:clr>
            <a:srgbClr val="FBAE40"/>
          </p15:clr>
        </p15:guide>
        <p15:guide id="5" orient="horz" pos="2110">
          <p15:clr>
            <a:srgbClr val="FBAE40"/>
          </p15:clr>
        </p15:guide>
        <p15:guide id="6" orient="horz" pos="2442">
          <p15:clr>
            <a:srgbClr val="FBAE40"/>
          </p15:clr>
        </p15:guide>
        <p15:guide id="7" orient="horz" pos="3990">
          <p15:clr>
            <a:srgbClr val="FBAE40"/>
          </p15:clr>
        </p15:guide>
        <p15:guide id="8" pos="1840">
          <p15:clr>
            <a:srgbClr val="FBAE40"/>
          </p15:clr>
        </p15:guide>
        <p15:guide id="9" pos="2159">
          <p15:clr>
            <a:srgbClr val="FBAE40"/>
          </p15:clr>
        </p15:guide>
        <p15:guide id="10" pos="3683">
          <p15:clr>
            <a:srgbClr val="FBAE40"/>
          </p15:clr>
        </p15:guide>
        <p15:guide id="11" pos="4000">
          <p15:clr>
            <a:srgbClr val="FBAE40"/>
          </p15:clr>
        </p15:guide>
        <p15:guide id="12" pos="5525">
          <p15:clr>
            <a:srgbClr val="FBAE40"/>
          </p15:clr>
        </p15:guide>
        <p15:guide id="13" pos="5842">
          <p15:clr>
            <a:srgbClr val="FBAE40"/>
          </p15:clr>
        </p15:guide>
        <p15:guide id="14" pos="736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600"/>
            </a:lvl2pPr>
          </a:lstStyle>
          <a:p>
            <a:pPr lvl="0"/>
            <a:r>
              <a:rPr lang="en-US" noProof="0"/>
              <a:t>“Quote goes here </a:t>
            </a:r>
            <a:br>
              <a:rPr lang="en-US" noProof="0"/>
            </a:br>
            <a:r>
              <a:rPr lang="en-US" noProof="0"/>
              <a:t>and here.”</a:t>
            </a:r>
          </a:p>
          <a:p>
            <a:pPr lvl="1"/>
            <a:r>
              <a:rPr lang="en-US" noProof="0"/>
              <a:t>Source</a:t>
            </a:r>
          </a:p>
        </p:txBody>
      </p:sp>
    </p:spTree>
    <p:extLst>
      <p:ext uri="{BB962C8B-B14F-4D97-AF65-F5344CB8AC3E}">
        <p14:creationId xmlns:p14="http://schemas.microsoft.com/office/powerpoint/2010/main" val="811845081"/>
      </p:ext>
    </p:extLst>
  </p:cSld>
  <p:clrMapOvr>
    <a:masterClrMapping/>
  </p:clrMapOvr>
  <p:extLst>
    <p:ext uri="{DCECCB84-F9BA-43D5-87BE-67443E8EF086}">
      <p15:sldGuideLst xmlns:p15="http://schemas.microsoft.com/office/powerpoint/2012/main">
        <p15:guide id="1" pos="317">
          <p15:clr>
            <a:srgbClr val="FBAE40"/>
          </p15:clr>
        </p15:guide>
        <p15:guide id="4" orient="horz" pos="1133">
          <p15:clr>
            <a:srgbClr val="FBAE40"/>
          </p15:clr>
        </p15:guide>
        <p15:guide id="5" orient="horz" pos="3204">
          <p15:clr>
            <a:srgbClr val="FBAE40"/>
          </p15:clr>
        </p15:guide>
        <p15:guide id="6" pos="7363">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p:cNvSpPr>
            <a:spLocks noGrp="1"/>
          </p:cNvSpPr>
          <p:nvPr>
            <p:ph type="body" sz="quarter" idx="11" hasCustomPrompt="1"/>
          </p:nvPr>
        </p:nvSpPr>
        <p:spPr bwMode="black">
          <a:xfrm>
            <a:off x="503999" y="1620000"/>
            <a:ext cx="7092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4001" y="504000"/>
            <a:ext cx="7092000"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517682454"/>
      </p:ext>
    </p:extLst>
  </p:cSld>
  <p:clrMapOvr>
    <a:masterClrMapping/>
  </p:clrMapOvr>
  <p:extLst>
    <p:ext uri="{DCECCB84-F9BA-43D5-87BE-67443E8EF086}">
      <p15:sldGuideLst xmlns:p15="http://schemas.microsoft.com/office/powerpoint/2012/main">
        <p15:guide id="1" pos="317">
          <p15:clr>
            <a:srgbClr val="FBAE40"/>
          </p15:clr>
        </p15:guide>
        <p15:guide id="2" orient="horz" pos="3991">
          <p15:clr>
            <a:srgbClr val="FBAE40"/>
          </p15:clr>
        </p15:guide>
        <p15:guide id="3" pos="4786">
          <p15:clr>
            <a:srgbClr val="FBAE40"/>
          </p15:clr>
        </p15:guide>
        <p15:guide id="4" pos="5119">
          <p15:clr>
            <a:srgbClr val="FBAE40"/>
          </p15:clr>
        </p15:guide>
        <p15:guide id="5" orient="horz" pos="317">
          <p15:clr>
            <a:srgbClr val="FBAE40"/>
          </p15:clr>
        </p15:guide>
        <p15:guide id="6" orient="horz" pos="551">
          <p15:clr>
            <a:srgbClr val="FBAE40"/>
          </p15:clr>
        </p15:guide>
        <p15:guide id="7" orient="horz" pos="10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full image"/>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41135218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2477" y="1620000"/>
            <a:ext cx="5328000" cy="4716000"/>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endParaRPr lang="de-DE" dirty="0"/>
          </a:p>
        </p:txBody>
      </p:sp>
      <p:sp>
        <p:nvSpPr>
          <p:cNvPr id="4" name="Text Placeholder"/>
          <p:cNvSpPr>
            <a:spLocks noGrp="1"/>
          </p:cNvSpPr>
          <p:nvPr>
            <p:ph type="body" sz="quarter" idx="10" hasCustomPrompt="1"/>
          </p:nvPr>
        </p:nvSpPr>
        <p:spPr>
          <a:xfrm>
            <a:off x="504000" y="1620000"/>
            <a:ext cx="5328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460970674"/>
      </p:ext>
    </p:extLst>
  </p:cSld>
  <p:clrMapOvr>
    <a:masterClrMapping/>
  </p:clrMapOvr>
  <p:extLst>
    <p:ext uri="{DCECCB84-F9BA-43D5-87BE-67443E8EF086}">
      <p15:sldGuideLst xmlns:p15="http://schemas.microsoft.com/office/powerpoint/2012/main">
        <p15:guide id="1" pos="317">
          <p15:clr>
            <a:srgbClr val="FBAE40"/>
          </p15:clr>
        </p15:guide>
        <p15:guide id="2" orient="horz" pos="1020">
          <p15:clr>
            <a:srgbClr val="FBAE40"/>
          </p15:clr>
        </p15:guide>
        <p15:guide id="3" pos="3674">
          <p15:clr>
            <a:srgbClr val="FBAE40"/>
          </p15:clr>
        </p15:guide>
        <p15:guide id="4" pos="4008">
          <p15:clr>
            <a:srgbClr val="FBAE40"/>
          </p15:clr>
        </p15:guide>
        <p15:guide id="5" pos="7364">
          <p15:clr>
            <a:srgbClr val="FBAE40"/>
          </p15:clr>
        </p15:guide>
        <p15:guide id="6" orient="horz" pos="317">
          <p15:clr>
            <a:srgbClr val="FBAE40"/>
          </p15:clr>
        </p15:guide>
        <p15:guide id="7" orient="horz" pos="551">
          <p15:clr>
            <a:srgbClr val="FBAE40"/>
          </p15:clr>
        </p15:guide>
        <p15:guide id="8" orient="horz" pos="399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620000"/>
            <a:ext cx="11185200" cy="4716000"/>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23005827"/>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orient="horz" pos="551">
          <p15:clr>
            <a:srgbClr val="FBAE40"/>
          </p15:clr>
        </p15:guide>
        <p15:guide id="4" orient="horz" pos="1020">
          <p15:clr>
            <a:srgbClr val="FBAE40"/>
          </p15:clr>
        </p15:guide>
        <p15:guide id="5" orient="horz" pos="3991">
          <p15:clr>
            <a:srgbClr val="FBAE40"/>
          </p15:clr>
        </p15:guide>
        <p15:guide id="6" pos="736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84289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hank You, Contact and Copyright">
    <p:spTree>
      <p:nvGrpSpPr>
        <p:cNvPr id="1" name=""/>
        <p:cNvGrpSpPr/>
        <p:nvPr/>
      </p:nvGrpSpPr>
      <p:grpSpPr>
        <a:xfrm>
          <a:off x="0" y="0"/>
          <a:ext cx="0" cy="0"/>
          <a:chOff x="0" y="0"/>
          <a:chExt cx="0" cy="0"/>
        </a:xfrm>
      </p:grpSpPr>
      <p:pic>
        <p:nvPicPr>
          <p:cNvPr id="1803556205" name="Acquired Company Placeholder" descr="{&quot;templafy&quot;:{&quot;id&quot;:&quot;66974740-2f0c-40a1-9604-bfc17705c2aa&quot;}}"/>
          <p:cNvPicPr>
            <a:picLocks noChangeAspect="1"/>
          </p:cNvPicPr>
          <p:nvPr/>
        </p:nvPicPr>
        <p:blipFill>
          <a:blip r:embed="rId2"/>
          <a:stretch>
            <a:fillRect/>
          </a:stretch>
        </p:blipFill>
        <p:spPr>
          <a:xfrm>
            <a:off x="504000" y="509180"/>
            <a:ext cx="1109568" cy="219475"/>
          </a:xfrm>
          <a:prstGeom prst="rect">
            <a:avLst/>
          </a:prstGeom>
        </p:spPr>
      </p:pic>
      <p:sp>
        <p:nvSpPr>
          <p:cNvPr id="9" name="TextBox 8" descr="{&quot;templafy&quot;:{&quot;id&quot;:&quot;d5447654-4479-472e-9685-05d98a9e7d44&quot;}}">
            <a:extLst>
              <a:ext uri="{FF2B5EF4-FFF2-40B4-BE49-F238E27FC236}">
                <a16:creationId xmlns:a16="http://schemas.microsoft.com/office/drawing/2014/main" id="{4AC0C605-F314-47FE-86E7-15011350854E}"/>
              </a:ext>
            </a:extLst>
          </p:cNvPr>
          <p:cNvSpPr txBox="1"/>
          <p:nvPr userDrawn="1"/>
        </p:nvSpPr>
        <p:spPr>
          <a:xfrm>
            <a:off x="503238" y="3317426"/>
            <a:ext cx="5402236" cy="223148"/>
          </a:xfrm>
          <a:prstGeom prst="rect">
            <a:avLst/>
          </a:prstGeom>
          <a:noFill/>
        </p:spPr>
        <p:txBody>
          <a:bodyPr wrap="square" lIns="0" tIns="0" rIns="0" bIns="0" rtlCol="0" anchor="b" anchorCtr="0">
            <a:noAutofit/>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Speaker’s Name</a:t>
            </a:r>
          </a:p>
        </p:txBody>
      </p:sp>
      <p:sp>
        <p:nvSpPr>
          <p:cNvPr id="10" name="TextBox 9" descr="{&quot;templafy&quot;:{&quot;id&quot;:&quot;1a699a84-60f6-4b88-b299-a30e5f0e2c22&quot;}}">
            <a:extLst>
              <a:ext uri="{FF2B5EF4-FFF2-40B4-BE49-F238E27FC236}">
                <a16:creationId xmlns:a16="http://schemas.microsoft.com/office/drawing/2014/main" id="{8E5171B9-2B3B-4785-9AC4-6411974D5276}"/>
              </a:ext>
            </a:extLst>
          </p:cNvPr>
          <p:cNvSpPr txBox="1"/>
          <p:nvPr userDrawn="1"/>
        </p:nvSpPr>
        <p:spPr>
          <a:xfrm>
            <a:off x="503238" y="3540574"/>
            <a:ext cx="5402236" cy="223148"/>
          </a:xfrm>
          <a:prstGeom prst="rect">
            <a:avLst/>
          </a:prstGeom>
          <a:noFill/>
        </p:spPr>
        <p:txBody>
          <a:bodyPr wrap="square" lIns="0" tIns="0" rIns="0" bIns="0" rtlCol="0" anchor="b" anchorCtr="0">
            <a:noAutofit/>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Email</a:t>
            </a:r>
          </a:p>
        </p:txBody>
      </p:sp>
      <p:sp>
        <p:nvSpPr>
          <p:cNvPr id="12" name="TextBox 11">
            <a:extLst>
              <a:ext uri="{FF2B5EF4-FFF2-40B4-BE49-F238E27FC236}">
                <a16:creationId xmlns:a16="http://schemas.microsoft.com/office/drawing/2014/main" id="{F031ECE2-ED38-FE42-BEBA-1433C352D307}"/>
              </a:ext>
            </a:extLst>
          </p:cNvPr>
          <p:cNvSpPr txBox="1"/>
          <p:nvPr userDrawn="1"/>
        </p:nvSpPr>
        <p:spPr>
          <a:xfrm>
            <a:off x="503238" y="2905125"/>
            <a:ext cx="1837041" cy="246221"/>
          </a:xfrm>
          <a:prstGeom prst="rect">
            <a:avLst/>
          </a:prstGeom>
          <a:noFill/>
        </p:spPr>
        <p:txBody>
          <a:bodyPr wrap="non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lang="en-US" sz="1600" dirty="0"/>
              <a:t>Contact information:</a:t>
            </a:r>
          </a:p>
        </p:txBody>
      </p:sp>
      <p:sp>
        <p:nvSpPr>
          <p:cNvPr id="13" name="TextBox 12">
            <a:extLst>
              <a:ext uri="{FF2B5EF4-FFF2-40B4-BE49-F238E27FC236}">
                <a16:creationId xmlns:a16="http://schemas.microsoft.com/office/drawing/2014/main" id="{2E5C152E-1B2C-2848-9A5B-C013FDF4DF21}"/>
              </a:ext>
            </a:extLst>
          </p:cNvPr>
          <p:cNvSpPr txBox="1"/>
          <p:nvPr userDrawn="1"/>
        </p:nvSpPr>
        <p:spPr>
          <a:xfrm>
            <a:off x="503238" y="1466850"/>
            <a:ext cx="4391247" cy="846386"/>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5500" b="1" kern="0" dirty="0">
                <a:solidFill>
                  <a:schemeClr val="accent1"/>
                </a:solidFill>
                <a:ea typeface="Arial Unicode MS" pitchFamily="34" charset="-128"/>
                <a:cs typeface="Arial Unicode MS" pitchFamily="34" charset="-128"/>
              </a:rPr>
              <a:t>Thank you.</a:t>
            </a:r>
          </a:p>
        </p:txBody>
      </p:sp>
      <p:sp>
        <p:nvSpPr>
          <p:cNvPr id="11" name="Copyright Placeholder" descr="{&quot;templafy&quot;:{&quot;id&quot;:&quot;ba9fff8e-a26f-4604-9418-39eec7243848&quot;}}">
            <a:extLst>
              <a:ext uri="{FF2B5EF4-FFF2-40B4-BE49-F238E27FC236}">
                <a16:creationId xmlns:a16="http://schemas.microsoft.com/office/drawing/2014/main" id="{0FCCAAF4-A87C-AC49-8F35-138E790C44C3}"/>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dirty="0"/>
              <a:t>© 2023 SAP SE or an SAP affiliate company. All rights reserved. See Legal Notice on www.sap.com/legal-notice for use terms, disclaimers, disclosures, or restrictions related to SAP Materials for general audiences.</a:t>
            </a:r>
          </a:p>
        </p:txBody>
      </p:sp>
      <p:pic>
        <p:nvPicPr>
          <p:cNvPr id="1074259534" name="SAP Logo Placeholder" descr="{&quot;templafy&quot;:{&quot;id&quot;:&quot;2d7c5da3-8e14-489e-af79-2a69c140a1d9&quot;}}"/>
          <p:cNvPicPr>
            <a:picLocks noChangeAspect="1"/>
          </p:cNvPicPr>
          <p:nvPr/>
        </p:nvPicPr>
        <p:blipFill>
          <a:blip r:embed="rId3"/>
          <a:stretch>
            <a:fillRect/>
          </a:stretch>
        </p:blipFill>
        <p:spPr>
          <a:xfrm>
            <a:off x="9533249" y="5784880"/>
            <a:ext cx="2212852" cy="536449"/>
          </a:xfrm>
          <a:prstGeom prst="rect">
            <a:avLst/>
          </a:prstGeom>
        </p:spPr>
      </p:pic>
    </p:spTree>
    <p:extLst>
      <p:ext uri="{BB962C8B-B14F-4D97-AF65-F5344CB8AC3E}">
        <p14:creationId xmlns:p14="http://schemas.microsoft.com/office/powerpoint/2010/main" val="4182875418"/>
      </p:ext>
    </p:extLst>
  </p:cSld>
  <p:clrMapOvr>
    <a:masterClrMapping/>
  </p:clrMapOvr>
  <p:hf sldNum="0" hdr="0" ftr="0" dt="0"/>
  <p:extLst>
    <p:ext uri="{DCECCB84-F9BA-43D5-87BE-67443E8EF086}">
      <p15:sldGuideLst xmlns:p15="http://schemas.microsoft.com/office/powerpoint/2012/main">
        <p15:guide id="1" pos="7364">
          <p15:clr>
            <a:srgbClr val="FBAE40"/>
          </p15:clr>
        </p15:guide>
        <p15:guide id="2" orient="horz" pos="924">
          <p15:clr>
            <a:srgbClr val="FBAE40"/>
          </p15:clr>
        </p15:guide>
        <p15:guide id="4" orient="horz" pos="1830">
          <p15:clr>
            <a:srgbClr val="FBAE40"/>
          </p15:clr>
        </p15:guide>
        <p15:guide id="5" orient="horz" pos="4000">
          <p15:clr>
            <a:srgbClr val="FBAE40"/>
          </p15:clr>
        </p15:guide>
        <p15:guide id="6" pos="317">
          <p15:clr>
            <a:srgbClr val="FBAE40"/>
          </p15:clr>
        </p15:guide>
        <p15:guide id="8" pos="3841">
          <p15:clr>
            <a:srgbClr val="FBAE40"/>
          </p15:clr>
        </p15:guide>
        <p15:guide id="9" orient="horz" pos="31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 blue">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2379177486"/>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Text - blue">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999" y="1620000"/>
            <a:ext cx="11186477"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806156684"/>
      </p:ext>
    </p:extLst>
  </p:cSld>
  <p:clrMapOvr>
    <a:masterClrMapping/>
  </p:clrMapOvr>
  <p:extLst>
    <p:ext uri="{DCECCB84-F9BA-43D5-87BE-67443E8EF086}">
      <p15:sldGuideLst xmlns:p15="http://schemas.microsoft.com/office/powerpoint/2012/main">
        <p15:guide id="1" pos="316">
          <p15:clr>
            <a:srgbClr val="FBAE40"/>
          </p15:clr>
        </p15:guide>
        <p15:guide id="2" orient="horz" pos="3991">
          <p15:clr>
            <a:srgbClr val="FBAE40"/>
          </p15:clr>
        </p15:guide>
        <p15:guide id="3" pos="7364">
          <p15:clr>
            <a:srgbClr val="FBAE40"/>
          </p15:clr>
        </p15:guide>
        <p15:guide id="4" orient="horz" pos="318">
          <p15:clr>
            <a:srgbClr val="FBAE40"/>
          </p15:clr>
        </p15:guide>
        <p15:guide id="5" orient="horz" pos="552">
          <p15:clr>
            <a:srgbClr val="FBAE40"/>
          </p15:clr>
        </p15:guide>
        <p15:guide id="6" orient="horz" pos="10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 blu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600"/>
            </a:lvl2pPr>
          </a:lstStyle>
          <a:p>
            <a:pPr lvl="0"/>
            <a:r>
              <a:rPr lang="en-US" noProof="0"/>
              <a:t>“Quote goes here </a:t>
            </a:r>
            <a:br>
              <a:rPr lang="en-US" noProof="0"/>
            </a:br>
            <a:r>
              <a:rPr lang="en-US" noProof="0"/>
              <a:t>and here.”</a:t>
            </a:r>
          </a:p>
          <a:p>
            <a:pPr lvl="1"/>
            <a:r>
              <a:rPr lang="en-US" noProof="0"/>
              <a:t>Source</a:t>
            </a:r>
          </a:p>
        </p:txBody>
      </p:sp>
    </p:spTree>
    <p:extLst>
      <p:ext uri="{BB962C8B-B14F-4D97-AF65-F5344CB8AC3E}">
        <p14:creationId xmlns:p14="http://schemas.microsoft.com/office/powerpoint/2010/main" val="2505493305"/>
      </p:ext>
    </p:extLst>
  </p:cSld>
  <p:clrMapOvr>
    <a:masterClrMapping/>
  </p:clrMapOvr>
  <p:extLst>
    <p:ext uri="{DCECCB84-F9BA-43D5-87BE-67443E8EF086}">
      <p15:sldGuideLst xmlns:p15="http://schemas.microsoft.com/office/powerpoint/2012/main">
        <p15:guide id="1" pos="317">
          <p15:clr>
            <a:srgbClr val="FBAE40"/>
          </p15:clr>
        </p15:guide>
        <p15:guide id="4" orient="horz" pos="1133">
          <p15:clr>
            <a:srgbClr val="FBAE40"/>
          </p15:clr>
        </p15:guide>
        <p15:guide id="5" orient="horz" pos="3204">
          <p15:clr>
            <a:srgbClr val="FBAE40"/>
          </p15:clr>
        </p15:guide>
        <p15:guide id="6" pos="7363">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ver with Image or Illustration">
    <p:bg>
      <p:bgRef idx="1001">
        <a:schemeClr val="bg1"/>
      </p:bgRef>
    </p:bg>
    <p:spTree>
      <p:nvGrpSpPr>
        <p:cNvPr id="1" name=""/>
        <p:cNvGrpSpPr/>
        <p:nvPr/>
      </p:nvGrpSpPr>
      <p:grpSpPr>
        <a:xfrm>
          <a:off x="0" y="0"/>
          <a:ext cx="0" cy="0"/>
          <a:chOff x="0" y="0"/>
          <a:chExt cx="0" cy="0"/>
        </a:xfrm>
      </p:grpSpPr>
      <p:pic>
        <p:nvPicPr>
          <p:cNvPr id="6" name="SAP Logo" descr="SAP Logo" title="SAP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50552" y="6217669"/>
            <a:ext cx="1963636" cy="360000"/>
          </a:xfrm>
          <a:prstGeom prst="rect">
            <a:avLst/>
          </a:prstGeom>
        </p:spPr>
      </p:pic>
      <p:sp>
        <p:nvSpPr>
          <p:cNvPr id="13" name="Classification"/>
          <p:cNvSpPr txBox="1"/>
          <p:nvPr userDrawn="1"/>
        </p:nvSpPr>
        <p:spPr>
          <a:xfrm>
            <a:off x="288002" y="5769667"/>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sz="900" dirty="0"/>
              <a:t>CONFIDENTIAL</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endParaRPr lang="en-US" sz="900" dirty="0"/>
          </a:p>
        </p:txBody>
      </p:sp>
      <p:sp>
        <p:nvSpPr>
          <p:cNvPr id="19" name="Speaker"/>
          <p:cNvSpPr>
            <a:spLocks noGrp="1"/>
          </p:cNvSpPr>
          <p:nvPr userDrawn="1">
            <p:ph type="subTitle" idx="1" hasCustomPrompt="1"/>
          </p:nvPr>
        </p:nvSpPr>
        <p:spPr bwMode="black">
          <a:xfrm>
            <a:off x="288000" y="5130490"/>
            <a:ext cx="11626188" cy="430887"/>
          </a:xfrm>
        </p:spPr>
        <p:txBody>
          <a:bodyPr wrap="square" anchor="t" anchorCtr="0">
            <a:noAutofit/>
          </a:bodyPr>
          <a:lstStyle>
            <a:lvl1pPr marL="0" marR="0" indent="0" algn="l" defTabSz="1088340"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170" indent="0" algn="ctr">
              <a:buNone/>
              <a:defRPr>
                <a:solidFill>
                  <a:schemeClr val="tx1">
                    <a:tint val="75000"/>
                  </a:schemeClr>
                </a:solidFill>
              </a:defRPr>
            </a:lvl2pPr>
            <a:lvl3pPr marL="1088340" indent="0" algn="ctr">
              <a:buNone/>
              <a:defRPr>
                <a:solidFill>
                  <a:schemeClr val="tx1">
                    <a:tint val="75000"/>
                  </a:schemeClr>
                </a:solidFill>
              </a:defRPr>
            </a:lvl3pPr>
            <a:lvl4pPr marL="1632510" indent="0" algn="ctr">
              <a:buNone/>
              <a:defRPr>
                <a:solidFill>
                  <a:schemeClr val="tx1">
                    <a:tint val="75000"/>
                  </a:schemeClr>
                </a:solidFill>
              </a:defRPr>
            </a:lvl4pPr>
            <a:lvl5pPr marL="2176681" indent="0" algn="ctr">
              <a:buNone/>
              <a:defRPr>
                <a:solidFill>
                  <a:schemeClr val="tx1">
                    <a:tint val="75000"/>
                  </a:schemeClr>
                </a:solidFill>
              </a:defRPr>
            </a:lvl5pPr>
            <a:lvl6pPr marL="2720852" indent="0" algn="ctr">
              <a:buNone/>
              <a:defRPr>
                <a:solidFill>
                  <a:schemeClr val="tx1">
                    <a:tint val="75000"/>
                  </a:schemeClr>
                </a:solidFill>
              </a:defRPr>
            </a:lvl6pPr>
            <a:lvl7pPr marL="3265022" indent="0" algn="ctr">
              <a:buNone/>
              <a:defRPr>
                <a:solidFill>
                  <a:schemeClr val="tx1">
                    <a:tint val="75000"/>
                  </a:schemeClr>
                </a:solidFill>
              </a:defRPr>
            </a:lvl7pPr>
            <a:lvl8pPr marL="3809192" indent="0" algn="ctr">
              <a:buNone/>
              <a:defRPr>
                <a:solidFill>
                  <a:schemeClr val="tx1">
                    <a:tint val="75000"/>
                  </a:schemeClr>
                </a:solidFill>
              </a:defRPr>
            </a:lvl8pPr>
            <a:lvl9pPr marL="4353362" indent="0" algn="ctr">
              <a:buNone/>
              <a:defRPr>
                <a:solidFill>
                  <a:schemeClr val="tx1">
                    <a:tint val="75000"/>
                  </a:schemeClr>
                </a:solidFill>
              </a:defRPr>
            </a:lvl9pPr>
          </a:lstStyle>
          <a:p>
            <a:r>
              <a:rPr lang="en-US"/>
              <a:t>Speaker’s Name, SAP</a:t>
            </a:r>
          </a:p>
          <a:p>
            <a:pPr marL="0" marR="0" lvl="0" indent="0" algn="l" defTabSz="1088340" rtl="0" eaLnBrk="1" fontAlgn="auto" latinLnBrk="0" hangingPunct="1">
              <a:lnSpc>
                <a:spcPct val="100000"/>
              </a:lnSpc>
              <a:spcBef>
                <a:spcPts val="0"/>
              </a:spcBef>
              <a:spcAft>
                <a:spcPts val="0"/>
              </a:spcAft>
              <a:buClr>
                <a:schemeClr val="accent1"/>
              </a:buClr>
              <a:buSzPct val="80000"/>
              <a:buFontTx/>
              <a:buNone/>
              <a:tabLst/>
              <a:defRPr/>
            </a:pPr>
            <a:r>
              <a:rPr lang="en-US"/>
              <a:t>Month 00, 2018</a:t>
            </a:r>
          </a:p>
        </p:txBody>
      </p:sp>
      <p:sp>
        <p:nvSpPr>
          <p:cNvPr id="3" name="Title"/>
          <p:cNvSpPr>
            <a:spLocks noGrp="1"/>
          </p:cNvSpPr>
          <p:nvPr>
            <p:ph type="title" hasCustomPrompt="1"/>
          </p:nvPr>
        </p:nvSpPr>
        <p:spPr>
          <a:xfrm>
            <a:off x="288000" y="4024431"/>
            <a:ext cx="11626188" cy="997196"/>
          </a:xfrm>
        </p:spPr>
        <p:txBody>
          <a:bodyPr vert="horz" wrap="square" lIns="0" tIns="0" rIns="0" bIns="0" rtlCol="0">
            <a:noAutofit/>
          </a:bodyPr>
          <a:lstStyle>
            <a:lvl1pPr>
              <a:lnSpc>
                <a:spcPct val="90000"/>
              </a:lnSpc>
              <a:defRPr lang="de-DE" sz="3599" dirty="0">
                <a:latin typeface="+mn-lt"/>
                <a:ea typeface="+mn-ea"/>
                <a:cs typeface="+mn-cs"/>
              </a:defRPr>
            </a:lvl1pPr>
          </a:lstStyle>
          <a:p>
            <a:pPr lvl="0"/>
            <a:r>
              <a:rPr lang="en-US"/>
              <a:t>Presentation Title </a:t>
            </a:r>
            <a:br>
              <a:rPr lang="en-US"/>
            </a:br>
            <a:r>
              <a:rPr lang="en-US"/>
              <a:t>Goes Here and Here.</a:t>
            </a:r>
          </a:p>
        </p:txBody>
      </p:sp>
      <p:sp>
        <p:nvSpPr>
          <p:cNvPr id="5" name="Title Image Placeholder" descr="Placeholder title image" title="Title image"/>
          <p:cNvSpPr>
            <a:spLocks noGrp="1"/>
          </p:cNvSpPr>
          <p:nvPr>
            <p:ph type="pic" sz="quarter" idx="12" hasCustomPrompt="1"/>
          </p:nvPr>
        </p:nvSpPr>
        <p:spPr bwMode="gray">
          <a:xfrm>
            <a:off x="1" y="0"/>
            <a:ext cx="12193200" cy="3430006"/>
          </a:xfrm>
          <a:noFill/>
        </p:spPr>
        <p:txBody>
          <a:bodyPr tIns="504000"/>
          <a:lstStyle>
            <a:lvl1pPr algn="ctr">
              <a:defRPr sz="1600">
                <a:solidFill>
                  <a:schemeClr val="tx1"/>
                </a:solidFill>
              </a:defRPr>
            </a:lvl1pPr>
          </a:lstStyle>
          <a:p>
            <a:r>
              <a:rPr lang="en-US" dirty="0"/>
              <a:t>Click to insert title image or illustration</a:t>
            </a:r>
          </a:p>
        </p:txBody>
      </p:sp>
    </p:spTree>
    <p:extLst>
      <p:ext uri="{BB962C8B-B14F-4D97-AF65-F5344CB8AC3E}">
        <p14:creationId xmlns:p14="http://schemas.microsoft.com/office/powerpoint/2010/main" val="10008091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505" userDrawn="1">
          <p15:clr>
            <a:srgbClr val="FBAE40"/>
          </p15:clr>
        </p15:guide>
        <p15:guide id="2" orient="horz" pos="4143" userDrawn="1">
          <p15:clr>
            <a:srgbClr val="FBAE40"/>
          </p15:clr>
        </p15:guide>
        <p15:guide id="3" orient="horz" pos="2161" userDrawn="1">
          <p15:clr>
            <a:srgbClr val="FBAE40"/>
          </p15:clr>
        </p15:guide>
        <p15:guide id="4" pos="181" userDrawn="1">
          <p15:clr>
            <a:srgbClr val="FBAE40"/>
          </p15:clr>
        </p15:guide>
        <p15:guide id="5" orient="horz" pos="2533" userDrawn="1">
          <p15:clr>
            <a:srgbClr val="FBAE40"/>
          </p15:clr>
        </p15:guide>
        <p15:guide id="6" orient="horz" pos="3180" userDrawn="1">
          <p15:clr>
            <a:srgbClr val="FBAE40"/>
          </p15:clr>
        </p15:guide>
        <p15:guide id="7" orient="horz" pos="3231" userDrawn="1">
          <p15:clr>
            <a:srgbClr val="FBAE40"/>
          </p15:clr>
        </p15:guide>
        <p15:guide id="8" orient="horz" pos="3503"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over Black">
    <p:bg>
      <p:bgRef idx="1001">
        <a:schemeClr val="bg1"/>
      </p:bgRef>
    </p:bg>
    <p:spTree>
      <p:nvGrpSpPr>
        <p:cNvPr id="1" name=""/>
        <p:cNvGrpSpPr/>
        <p:nvPr/>
      </p:nvGrpSpPr>
      <p:grpSpPr>
        <a:xfrm>
          <a:off x="0" y="0"/>
          <a:ext cx="0" cy="0"/>
          <a:chOff x="0" y="0"/>
          <a:chExt cx="0" cy="0"/>
        </a:xfrm>
      </p:grpSpPr>
      <p:sp>
        <p:nvSpPr>
          <p:cNvPr id="24" name="Classification"/>
          <p:cNvSpPr txBox="1"/>
          <p:nvPr userDrawn="1"/>
        </p:nvSpPr>
        <p:spPr>
          <a:xfrm>
            <a:off x="288002"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dirty="0"/>
              <a:t>INTERNAL</a:t>
            </a:r>
          </a:p>
        </p:txBody>
      </p:sp>
      <p:sp>
        <p:nvSpPr>
          <p:cNvPr id="6" name="Speaker"/>
          <p:cNvSpPr>
            <a:spLocks noGrp="1"/>
          </p:cNvSpPr>
          <p:nvPr userDrawn="1">
            <p:ph type="subTitle" idx="1" hasCustomPrompt="1"/>
          </p:nvPr>
        </p:nvSpPr>
        <p:spPr bwMode="black">
          <a:xfrm>
            <a:off x="287999" y="4268504"/>
            <a:ext cx="11628000" cy="430887"/>
          </a:xfrm>
        </p:spPr>
        <p:txBody>
          <a:bodyPr wrap="square" anchor="t" anchorCtr="0">
            <a:noAutofit/>
          </a:bodyPr>
          <a:lstStyle>
            <a:lvl1pPr marL="0" marR="0" indent="0" algn="l" defTabSz="1088340"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170" indent="0" algn="ctr">
              <a:buNone/>
              <a:defRPr>
                <a:solidFill>
                  <a:schemeClr val="tx1">
                    <a:tint val="75000"/>
                  </a:schemeClr>
                </a:solidFill>
              </a:defRPr>
            </a:lvl2pPr>
            <a:lvl3pPr marL="1088340" indent="0" algn="ctr">
              <a:buNone/>
              <a:defRPr>
                <a:solidFill>
                  <a:schemeClr val="tx1">
                    <a:tint val="75000"/>
                  </a:schemeClr>
                </a:solidFill>
              </a:defRPr>
            </a:lvl3pPr>
            <a:lvl4pPr marL="1632510" indent="0" algn="ctr">
              <a:buNone/>
              <a:defRPr>
                <a:solidFill>
                  <a:schemeClr val="tx1">
                    <a:tint val="75000"/>
                  </a:schemeClr>
                </a:solidFill>
              </a:defRPr>
            </a:lvl4pPr>
            <a:lvl5pPr marL="2176681" indent="0" algn="ctr">
              <a:buNone/>
              <a:defRPr>
                <a:solidFill>
                  <a:schemeClr val="tx1">
                    <a:tint val="75000"/>
                  </a:schemeClr>
                </a:solidFill>
              </a:defRPr>
            </a:lvl5pPr>
            <a:lvl6pPr marL="2720852" indent="0" algn="ctr">
              <a:buNone/>
              <a:defRPr>
                <a:solidFill>
                  <a:schemeClr val="tx1">
                    <a:tint val="75000"/>
                  </a:schemeClr>
                </a:solidFill>
              </a:defRPr>
            </a:lvl6pPr>
            <a:lvl7pPr marL="3265022" indent="0" algn="ctr">
              <a:buNone/>
              <a:defRPr>
                <a:solidFill>
                  <a:schemeClr val="tx1">
                    <a:tint val="75000"/>
                  </a:schemeClr>
                </a:solidFill>
              </a:defRPr>
            </a:lvl7pPr>
            <a:lvl8pPr marL="3809192" indent="0" algn="ctr">
              <a:buNone/>
              <a:defRPr>
                <a:solidFill>
                  <a:schemeClr val="tx1">
                    <a:tint val="75000"/>
                  </a:schemeClr>
                </a:solidFill>
              </a:defRPr>
            </a:lvl8pPr>
            <a:lvl9pPr marL="4353362" indent="0" algn="ctr">
              <a:buNone/>
              <a:defRPr>
                <a:solidFill>
                  <a:schemeClr val="tx1">
                    <a:tint val="75000"/>
                  </a:schemeClr>
                </a:solidFill>
              </a:defRPr>
            </a:lvl9pPr>
          </a:lstStyle>
          <a:p>
            <a:r>
              <a:rPr lang="en-US"/>
              <a:t>Speaker’s Name, SAP</a:t>
            </a:r>
          </a:p>
          <a:p>
            <a:pPr marL="0" marR="0" lvl="0" indent="0" algn="l" defTabSz="1088340" rtl="0" eaLnBrk="1" fontAlgn="auto" latinLnBrk="0" hangingPunct="1">
              <a:lnSpc>
                <a:spcPct val="100000"/>
              </a:lnSpc>
              <a:spcBef>
                <a:spcPts val="0"/>
              </a:spcBef>
              <a:spcAft>
                <a:spcPts val="0"/>
              </a:spcAft>
              <a:buClr>
                <a:schemeClr val="accent1"/>
              </a:buClr>
              <a:buSzPct val="80000"/>
              <a:buFontTx/>
              <a:buNone/>
              <a:tabLst/>
              <a:defRPr/>
            </a:pPr>
            <a:r>
              <a:rPr lang="en-US"/>
              <a:t>Month 00, 2018</a:t>
            </a:r>
          </a:p>
        </p:txBody>
      </p:sp>
      <p:sp>
        <p:nvSpPr>
          <p:cNvPr id="4" name="Title 3"/>
          <p:cNvSpPr>
            <a:spLocks noGrp="1"/>
          </p:cNvSpPr>
          <p:nvPr>
            <p:ph type="title" hasCustomPrompt="1"/>
          </p:nvPr>
        </p:nvSpPr>
        <p:spPr>
          <a:xfrm>
            <a:off x="288000" y="2706318"/>
            <a:ext cx="11628000" cy="997196"/>
          </a:xfrm>
        </p:spPr>
        <p:txBody>
          <a:bodyPr>
            <a:noAutofit/>
          </a:bodyPr>
          <a:lstStyle>
            <a:lvl1pPr>
              <a:lnSpc>
                <a:spcPct val="90000"/>
              </a:lnSpc>
              <a:defRPr sz="3599"/>
            </a:lvl1pPr>
          </a:lstStyle>
          <a:p>
            <a:pPr fontAlgn="base">
              <a:spcBef>
                <a:spcPct val="50000"/>
              </a:spcBef>
              <a:spcAft>
                <a:spcPct val="0"/>
              </a:spcAft>
              <a:buClr>
                <a:srgbClr val="F0AB00"/>
              </a:buClr>
              <a:buSzPct val="80000"/>
            </a:pPr>
            <a:r>
              <a:rPr lang="en-US" sz="3599"/>
              <a:t>Presentation Title </a:t>
            </a:r>
            <a:br>
              <a:rPr lang="en-US" sz="3599"/>
            </a:br>
            <a:r>
              <a:rPr lang="en-US" sz="3599"/>
              <a:t>Goes Here and Here.</a:t>
            </a:r>
            <a:endParaRPr lang="de-DE" sz="3599" kern="0" err="1">
              <a:ea typeface="Arial Unicode MS" pitchFamily="34" charset="-128"/>
              <a:cs typeface="Arial Unicode MS" pitchFamily="34" charset="-128"/>
            </a:endParaRPr>
          </a:p>
        </p:txBody>
      </p:sp>
      <p:pic>
        <p:nvPicPr>
          <p:cNvPr id="11" name="SAP Logo" descr="SAP Logo" title="SAP Logo">
            <a:extLst>
              <a:ext uri="{FF2B5EF4-FFF2-40B4-BE49-F238E27FC236}">
                <a16:creationId xmlns:a16="http://schemas.microsoft.com/office/drawing/2014/main" id="{342503FE-3A2C-4E20-8BE4-DBDA5B3FD05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50552" y="6217669"/>
            <a:ext cx="1963636" cy="360000"/>
          </a:xfrm>
          <a:prstGeom prst="rect">
            <a:avLst/>
          </a:prstGeom>
        </p:spPr>
      </p:pic>
    </p:spTree>
    <p:extLst>
      <p:ext uri="{BB962C8B-B14F-4D97-AF65-F5344CB8AC3E}">
        <p14:creationId xmlns:p14="http://schemas.microsoft.com/office/powerpoint/2010/main" val="18059655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81" userDrawn="1">
          <p15:clr>
            <a:srgbClr val="FBAE40"/>
          </p15:clr>
        </p15:guide>
        <p15:guide id="2" orient="horz" pos="1704" userDrawn="1">
          <p15:clr>
            <a:srgbClr val="FBAE40"/>
          </p15:clr>
        </p15:guide>
        <p15:guide id="3" orient="horz" pos="2687" userDrawn="1">
          <p15:clr>
            <a:srgbClr val="FBAE40"/>
          </p15:clr>
        </p15:guide>
        <p15:guide id="4" orient="horz" pos="2333" userDrawn="1">
          <p15:clr>
            <a:srgbClr val="FBAE40"/>
          </p15:clr>
        </p15:guide>
        <p15:guide id="5" orient="horz" pos="2959" userDrawn="1">
          <p15:clr>
            <a:srgbClr val="FBAE40"/>
          </p15:clr>
        </p15:guide>
        <p15:guide id="6" pos="7507" userDrawn="1">
          <p15:clr>
            <a:srgbClr val="FBAE40"/>
          </p15:clr>
        </p15:guide>
        <p15:guide id="7" orient="horz" pos="4143"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bg>
      <p:bgRef idx="1001">
        <a:schemeClr val="bg1"/>
      </p:bgRef>
    </p:bg>
    <p:spTree>
      <p:nvGrpSpPr>
        <p:cNvPr id="1" name=""/>
        <p:cNvGrpSpPr/>
        <p:nvPr/>
      </p:nvGrpSpPr>
      <p:grpSpPr>
        <a:xfrm>
          <a:off x="0" y="0"/>
          <a:ext cx="0" cy="0"/>
          <a:chOff x="0" y="0"/>
          <a:chExt cx="0" cy="0"/>
        </a:xfrm>
      </p:grpSpPr>
      <p:pic>
        <p:nvPicPr>
          <p:cNvPr id="11" name="SAP Logo" descr="SAP Logo" title="SAP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50552" y="6217669"/>
            <a:ext cx="1963636" cy="360000"/>
          </a:xfrm>
          <a:prstGeom prst="rect">
            <a:avLst/>
          </a:prstGeom>
        </p:spPr>
      </p:pic>
      <p:sp>
        <p:nvSpPr>
          <p:cNvPr id="7" name="Pictogram Placeholder"/>
          <p:cNvSpPr>
            <a:spLocks noGrp="1"/>
          </p:cNvSpPr>
          <p:nvPr>
            <p:ph type="pic" sz="quarter" idx="16"/>
          </p:nvPr>
        </p:nvSpPr>
        <p:spPr>
          <a:xfrm>
            <a:off x="6954855" y="963000"/>
            <a:ext cx="4932000" cy="4932000"/>
          </a:xfrm>
        </p:spPr>
        <p:txBody>
          <a:bodyPr/>
          <a:lstStyle/>
          <a:p>
            <a:r>
              <a:rPr lang="en-US" dirty="0"/>
              <a:t>Click icon to add picture</a:t>
            </a:r>
            <a:endParaRPr lang="de-DE" dirty="0"/>
          </a:p>
        </p:txBody>
      </p:sp>
      <p:sp>
        <p:nvSpPr>
          <p:cNvPr id="24" name="Classification"/>
          <p:cNvSpPr txBox="1"/>
          <p:nvPr userDrawn="1"/>
        </p:nvSpPr>
        <p:spPr>
          <a:xfrm>
            <a:off x="288002"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dirty="0"/>
              <a:t>INTERNAL</a:t>
            </a:r>
          </a:p>
        </p:txBody>
      </p:sp>
      <p:sp>
        <p:nvSpPr>
          <p:cNvPr id="6" name="Speaker"/>
          <p:cNvSpPr>
            <a:spLocks noGrp="1"/>
          </p:cNvSpPr>
          <p:nvPr userDrawn="1">
            <p:ph type="subTitle" idx="1" hasCustomPrompt="1"/>
          </p:nvPr>
        </p:nvSpPr>
        <p:spPr bwMode="black">
          <a:xfrm>
            <a:off x="288001" y="4268504"/>
            <a:ext cx="6373430" cy="430887"/>
          </a:xfrm>
        </p:spPr>
        <p:txBody>
          <a:bodyPr wrap="square" anchor="t" anchorCtr="0">
            <a:noAutofit/>
          </a:bodyPr>
          <a:lstStyle>
            <a:lvl1pPr marL="0" marR="0" indent="0" algn="l" defTabSz="1088340"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170" indent="0" algn="ctr">
              <a:buNone/>
              <a:defRPr>
                <a:solidFill>
                  <a:schemeClr val="tx1">
                    <a:tint val="75000"/>
                  </a:schemeClr>
                </a:solidFill>
              </a:defRPr>
            </a:lvl2pPr>
            <a:lvl3pPr marL="1088340" indent="0" algn="ctr">
              <a:buNone/>
              <a:defRPr>
                <a:solidFill>
                  <a:schemeClr val="tx1">
                    <a:tint val="75000"/>
                  </a:schemeClr>
                </a:solidFill>
              </a:defRPr>
            </a:lvl3pPr>
            <a:lvl4pPr marL="1632510" indent="0" algn="ctr">
              <a:buNone/>
              <a:defRPr>
                <a:solidFill>
                  <a:schemeClr val="tx1">
                    <a:tint val="75000"/>
                  </a:schemeClr>
                </a:solidFill>
              </a:defRPr>
            </a:lvl4pPr>
            <a:lvl5pPr marL="2176681" indent="0" algn="ctr">
              <a:buNone/>
              <a:defRPr>
                <a:solidFill>
                  <a:schemeClr val="tx1">
                    <a:tint val="75000"/>
                  </a:schemeClr>
                </a:solidFill>
              </a:defRPr>
            </a:lvl5pPr>
            <a:lvl6pPr marL="2720852" indent="0" algn="ctr">
              <a:buNone/>
              <a:defRPr>
                <a:solidFill>
                  <a:schemeClr val="tx1">
                    <a:tint val="75000"/>
                  </a:schemeClr>
                </a:solidFill>
              </a:defRPr>
            </a:lvl6pPr>
            <a:lvl7pPr marL="3265022" indent="0" algn="ctr">
              <a:buNone/>
              <a:defRPr>
                <a:solidFill>
                  <a:schemeClr val="tx1">
                    <a:tint val="75000"/>
                  </a:schemeClr>
                </a:solidFill>
              </a:defRPr>
            </a:lvl7pPr>
            <a:lvl8pPr marL="3809192" indent="0" algn="ctr">
              <a:buNone/>
              <a:defRPr>
                <a:solidFill>
                  <a:schemeClr val="tx1">
                    <a:tint val="75000"/>
                  </a:schemeClr>
                </a:solidFill>
              </a:defRPr>
            </a:lvl8pPr>
            <a:lvl9pPr marL="4353362" indent="0" algn="ctr">
              <a:buNone/>
              <a:defRPr>
                <a:solidFill>
                  <a:schemeClr val="tx1">
                    <a:tint val="75000"/>
                  </a:schemeClr>
                </a:solidFill>
              </a:defRPr>
            </a:lvl9pPr>
          </a:lstStyle>
          <a:p>
            <a:r>
              <a:rPr lang="en-US"/>
              <a:t>Speaker’s Name, SAP</a:t>
            </a:r>
          </a:p>
          <a:p>
            <a:pPr marL="0" marR="0" lvl="0" indent="0" algn="l" defTabSz="1088340" rtl="0" eaLnBrk="1" fontAlgn="auto" latinLnBrk="0" hangingPunct="1">
              <a:lnSpc>
                <a:spcPct val="100000"/>
              </a:lnSpc>
              <a:spcBef>
                <a:spcPts val="0"/>
              </a:spcBef>
              <a:spcAft>
                <a:spcPts val="0"/>
              </a:spcAft>
              <a:buClr>
                <a:schemeClr val="accent1"/>
              </a:buClr>
              <a:buSzPct val="80000"/>
              <a:buFontTx/>
              <a:buNone/>
              <a:tabLst/>
              <a:defRPr/>
            </a:pPr>
            <a:r>
              <a:rPr lang="en-US"/>
              <a:t>Month 00, 2018</a:t>
            </a:r>
          </a:p>
        </p:txBody>
      </p:sp>
      <p:sp>
        <p:nvSpPr>
          <p:cNvPr id="8" name="Title 7"/>
          <p:cNvSpPr>
            <a:spLocks noGrp="1"/>
          </p:cNvSpPr>
          <p:nvPr>
            <p:ph type="title" hasCustomPrompt="1"/>
          </p:nvPr>
        </p:nvSpPr>
        <p:spPr>
          <a:xfrm>
            <a:off x="288001" y="2706318"/>
            <a:ext cx="6372000" cy="997196"/>
          </a:xfrm>
        </p:spPr>
        <p:txBody>
          <a:bodyPr>
            <a:noAutofit/>
          </a:bodyPr>
          <a:lstStyle>
            <a:lvl1pPr>
              <a:lnSpc>
                <a:spcPct val="90000"/>
              </a:lnSpc>
              <a:defRPr sz="3599"/>
            </a:lvl1pPr>
          </a:lstStyle>
          <a:p>
            <a:pPr fontAlgn="base">
              <a:spcBef>
                <a:spcPct val="50000"/>
              </a:spcBef>
              <a:spcAft>
                <a:spcPct val="0"/>
              </a:spcAft>
              <a:buClr>
                <a:srgbClr val="F0AB00"/>
              </a:buClr>
              <a:buSzPct val="80000"/>
            </a:pPr>
            <a:r>
              <a:rPr lang="en-US" sz="3599"/>
              <a:t>Presentation Title </a:t>
            </a:r>
            <a:br>
              <a:rPr lang="en-US" sz="3599"/>
            </a:br>
            <a:r>
              <a:rPr lang="en-US" sz="3599"/>
              <a:t>Goes Here and Here.</a:t>
            </a:r>
            <a:endParaRPr lang="de-DE" sz="3599" kern="0" err="1">
              <a:ea typeface="Arial Unicode MS" pitchFamily="34" charset="-128"/>
              <a:cs typeface="Arial Unicode MS" pitchFamily="34" charset="-128"/>
            </a:endParaRPr>
          </a:p>
        </p:txBody>
      </p:sp>
    </p:spTree>
    <p:extLst>
      <p:ext uri="{BB962C8B-B14F-4D97-AF65-F5344CB8AC3E}">
        <p14:creationId xmlns:p14="http://schemas.microsoft.com/office/powerpoint/2010/main" val="27274778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81" userDrawn="1">
          <p15:clr>
            <a:srgbClr val="FBAE40"/>
          </p15:clr>
        </p15:guide>
        <p15:guide id="2" orient="horz" pos="1704" userDrawn="1">
          <p15:clr>
            <a:srgbClr val="FBAE40"/>
          </p15:clr>
        </p15:guide>
        <p15:guide id="3" pos="4196" userDrawn="1">
          <p15:clr>
            <a:srgbClr val="FBAE40"/>
          </p15:clr>
        </p15:guide>
        <p15:guide id="4" orient="horz" pos="2687" userDrawn="1">
          <p15:clr>
            <a:srgbClr val="FBAE40"/>
          </p15:clr>
        </p15:guide>
        <p15:guide id="5" orient="horz" pos="2334" userDrawn="1">
          <p15:clr>
            <a:srgbClr val="FBAE40"/>
          </p15:clr>
        </p15:guide>
        <p15:guide id="6" orient="horz" pos="2959" userDrawn="1">
          <p15:clr>
            <a:srgbClr val="FBAE40"/>
          </p15:clr>
        </p15:guide>
        <p15:guide id="7" orient="horz" pos="4143"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716000"/>
          </a:xfrm>
        </p:spPr>
        <p:txBody>
          <a:bodyPr>
            <a:normAutofit/>
          </a:bodyPr>
          <a:lstStyle>
            <a:lvl1pPr marL="0" marR="0" indent="0" algn="l" defTabSz="1088340" rtl="0" eaLnBrk="1" fontAlgn="auto" latinLnBrk="0" hangingPunct="1">
              <a:lnSpc>
                <a:spcPct val="100000"/>
              </a:lnSpc>
              <a:spcBef>
                <a:spcPts val="2999"/>
              </a:spcBef>
              <a:spcAft>
                <a:spcPts val="0"/>
              </a:spcAft>
              <a:buClr>
                <a:schemeClr val="accent1"/>
              </a:buClr>
              <a:buSzPct val="80000"/>
              <a:buFontTx/>
              <a:buNone/>
              <a:tabLst/>
              <a:defRPr sz="2000" b="0"/>
            </a:lvl1pPr>
            <a:lvl2pPr marL="179928" marR="0" indent="-179928" algn="l" defTabSz="1088340"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856" marR="0" indent="-179316" algn="l" defTabSz="1088340"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784" marR="0" indent="-179928" algn="l" defTabSz="1088340"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a:t>Agenda Item/Divider Headline</a:t>
            </a:r>
          </a:p>
          <a:p>
            <a:pPr lvl="1"/>
            <a:r>
              <a:rPr lang="en-US"/>
              <a:t>Details</a:t>
            </a:r>
          </a:p>
        </p:txBody>
      </p:sp>
      <p:sp>
        <p:nvSpPr>
          <p:cNvPr id="3" name="Agenda title"/>
          <p:cNvSpPr>
            <a:spLocks noGrp="1"/>
          </p:cNvSpPr>
          <p:nvPr>
            <p:ph type="title" hasCustomPrompt="1"/>
          </p:nvPr>
        </p:nvSpPr>
        <p:spPr/>
        <p:txBody>
          <a:bodyPr/>
          <a:lstStyle>
            <a:lvl1pPr>
              <a:defRPr/>
            </a:lvl1pPr>
          </a:lstStyle>
          <a:p>
            <a:r>
              <a:rPr lang="en-US"/>
              <a:t>Agenda</a:t>
            </a:r>
          </a:p>
        </p:txBody>
      </p:sp>
    </p:spTree>
    <p:extLst>
      <p:ext uri="{BB962C8B-B14F-4D97-AF65-F5344CB8AC3E}">
        <p14:creationId xmlns:p14="http://schemas.microsoft.com/office/powerpoint/2010/main" val="70436092"/>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1020" userDrawn="1">
          <p15:clr>
            <a:srgbClr val="FBAE40"/>
          </p15:clr>
        </p15:guide>
        <p15:guide id="3" pos="7364" userDrawn="1">
          <p15:clr>
            <a:srgbClr val="FBAE40"/>
          </p15:clr>
        </p15:guide>
        <p15:guide id="4" orient="horz" pos="316" userDrawn="1">
          <p15:clr>
            <a:srgbClr val="FBAE40"/>
          </p15:clr>
        </p15:guide>
        <p15:guide id="5" orient="horz" pos="551" userDrawn="1">
          <p15:clr>
            <a:srgbClr val="FBAE40"/>
          </p15:clr>
        </p15:guide>
        <p15:guide id="6" orient="horz" pos="3991"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ivider Page">
    <p:bg>
      <p:bgRef idx="1001">
        <a:schemeClr val="bg1"/>
      </p:bgRef>
    </p:bg>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3090447"/>
            <a:ext cx="11185200" cy="677108"/>
          </a:xfrm>
        </p:spPr>
        <p:txBody>
          <a:bodyPr anchor="ctr" anchorCtr="0">
            <a:noAutofit/>
          </a:bodyPr>
          <a:lstStyle>
            <a:lvl1pPr>
              <a:defRPr sz="4399">
                <a:solidFill>
                  <a:schemeClr val="tx1"/>
                </a:solidFill>
                <a:latin typeface="+mj-lt"/>
              </a:defRPr>
            </a:lvl1pPr>
          </a:lstStyle>
          <a:p>
            <a:r>
              <a:rPr lang="en-US"/>
              <a:t>Divider page</a:t>
            </a:r>
            <a:endParaRPr lang="de-DE"/>
          </a:p>
        </p:txBody>
      </p:sp>
    </p:spTree>
    <p:extLst>
      <p:ext uri="{BB962C8B-B14F-4D97-AF65-F5344CB8AC3E}">
        <p14:creationId xmlns:p14="http://schemas.microsoft.com/office/powerpoint/2010/main" val="1216612586"/>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317" userDrawn="1">
          <p15:clr>
            <a:srgbClr val="FBAE40"/>
          </p15:clr>
        </p15:guide>
        <p15:guide id="2" orient="horz" pos="2160" userDrawn="1">
          <p15:clr>
            <a:srgbClr val="FBAE40"/>
          </p15:clr>
        </p15:guide>
        <p15:guide id="3" pos="7364"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bg>
      <p:bgRef idx="1001">
        <a:schemeClr val="bg1"/>
      </p:bgRef>
    </p:bg>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3" y="3427200"/>
            <a:ext cx="12195175" cy="3430800"/>
          </a:xfrm>
          <a:noFill/>
        </p:spPr>
        <p:txBody>
          <a:bodyPr tIns="324000"/>
          <a:lstStyle>
            <a:lvl1pPr marL="0" marR="0" indent="0" algn="ctr" defTabSz="1088340"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340"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a:t>
            </a:r>
          </a:p>
        </p:txBody>
      </p:sp>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399">
                <a:solidFill>
                  <a:schemeClr val="tx1"/>
                </a:solidFill>
                <a:latin typeface="+mj-lt"/>
              </a:defRPr>
            </a:lvl1pPr>
          </a:lstStyle>
          <a:p>
            <a:r>
              <a:rPr lang="en-US"/>
              <a:t>Divider page</a:t>
            </a:r>
            <a:endParaRPr lang="de-DE"/>
          </a:p>
        </p:txBody>
      </p:sp>
    </p:spTree>
    <p:extLst>
      <p:ext uri="{BB962C8B-B14F-4D97-AF65-F5344CB8AC3E}">
        <p14:creationId xmlns:p14="http://schemas.microsoft.com/office/powerpoint/2010/main" val="3226576104"/>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2160" userDrawn="1">
          <p15:clr>
            <a:srgbClr val="FBAE40"/>
          </p15:clr>
        </p15:guide>
        <p15:guide id="2" pos="7364" userDrawn="1">
          <p15:clr>
            <a:srgbClr val="FBAE40"/>
          </p15:clr>
        </p15:guide>
        <p15:guide id="3" pos="317" userDrawn="1">
          <p15:clr>
            <a:srgbClr val="FBAE40"/>
          </p15:clr>
        </p15:guide>
        <p15:guide id="4" orient="horz" pos="865" userDrawn="1">
          <p15:clr>
            <a:srgbClr val="FBAE40"/>
          </p15:clr>
        </p15:guide>
        <p15:guide id="5" orient="horz" pos="1294"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221328742"/>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pos="7364" userDrawn="1">
          <p15:clr>
            <a:srgbClr val="FBAE40"/>
          </p15:clr>
        </p15:guide>
        <p15:guide id="4" orient="horz" pos="551" userDrawn="1">
          <p15:clr>
            <a:srgbClr val="FBAE40"/>
          </p15:clr>
        </p15:guide>
        <p15:guide id="5" orient="horz" pos="3991"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1" y="1620000"/>
            <a:ext cx="11186477"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519690653"/>
      </p:ext>
    </p:extLst>
  </p:cSld>
  <p:clrMapOvr>
    <a:masterClrMapping/>
  </p:clrMapOvr>
  <p:extLst>
    <p:ext uri="{DCECCB84-F9BA-43D5-87BE-67443E8EF086}">
      <p15:sldGuideLst xmlns:p15="http://schemas.microsoft.com/office/powerpoint/2012/main">
        <p15:guide id="1" pos="316" userDrawn="1">
          <p15:clr>
            <a:srgbClr val="FBAE40"/>
          </p15:clr>
        </p15:guide>
        <p15:guide id="2" orient="horz" pos="3990" userDrawn="1">
          <p15:clr>
            <a:srgbClr val="FBAE40"/>
          </p15:clr>
        </p15:guide>
        <p15:guide id="3" pos="7364" userDrawn="1">
          <p15:clr>
            <a:srgbClr val="FBAE40"/>
          </p15:clr>
        </p15:guide>
        <p15:guide id="4" orient="horz" pos="318" userDrawn="1">
          <p15:clr>
            <a:srgbClr val="FBAE40"/>
          </p15:clr>
        </p15:guide>
        <p15:guide id="5" orient="horz" pos="552" userDrawn="1">
          <p15:clr>
            <a:srgbClr val="FBAE40"/>
          </p15:clr>
        </p15:guide>
        <p15:guide id="6" orient="horz" pos="1019"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2477" y="1620000"/>
            <a:ext cx="5328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620000"/>
            <a:ext cx="5328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00219935"/>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990" userDrawn="1">
          <p15:clr>
            <a:srgbClr val="FBAE40"/>
          </p15:clr>
        </p15:guide>
        <p15:guide id="3" pos="7364" userDrawn="1">
          <p15:clr>
            <a:srgbClr val="FBAE40"/>
          </p15:clr>
        </p15:guide>
        <p15:guide id="4" pos="3674" userDrawn="1">
          <p15:clr>
            <a:srgbClr val="FBAE40"/>
          </p15:clr>
        </p15:guide>
        <p15:guide id="5" pos="4007" userDrawn="1">
          <p15:clr>
            <a:srgbClr val="FBAE40"/>
          </p15:clr>
        </p15:guide>
        <p15:guide id="6" orient="horz" pos="317" userDrawn="1">
          <p15:clr>
            <a:srgbClr val="FBAE40"/>
          </p15:clr>
        </p15:guide>
        <p15:guide id="7" orient="horz" pos="551" userDrawn="1">
          <p15:clr>
            <a:srgbClr val="FBAE40"/>
          </p15:clr>
        </p15:guide>
        <p15:guide id="8" orient="horz" pos="1020"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5238" y="1620000"/>
            <a:ext cx="3564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620000"/>
            <a:ext cx="3564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864723804"/>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pos="2563" userDrawn="1">
          <p15:clr>
            <a:srgbClr val="FBAE40"/>
          </p15:clr>
        </p15:guide>
        <p15:guide id="4" pos="2717" userDrawn="1">
          <p15:clr>
            <a:srgbClr val="FBAE40"/>
          </p15:clr>
        </p15:guide>
        <p15:guide id="5" pos="4964" userDrawn="1">
          <p15:clr>
            <a:srgbClr val="FBAE40"/>
          </p15:clr>
        </p15:guide>
        <p15:guide id="6" pos="5119" userDrawn="1">
          <p15:clr>
            <a:srgbClr val="FBAE40"/>
          </p15:clr>
        </p15:guide>
        <p15:guide id="7" pos="7364" userDrawn="1">
          <p15:clr>
            <a:srgbClr val="FBAE40"/>
          </p15:clr>
        </p15:guide>
        <p15:guide id="8" orient="horz" pos="551" userDrawn="1">
          <p15:clr>
            <a:srgbClr val="FBAE40"/>
          </p15:clr>
        </p15:guide>
        <p15:guide id="9" orient="horz" pos="1020" userDrawn="1">
          <p15:clr>
            <a:srgbClr val="FBAE40"/>
          </p15:clr>
        </p15:guide>
        <p15:guide id="10" orient="horz" pos="3989"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2477" y="4770000"/>
            <a:ext cx="5328000" cy="156600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362477" y="1620000"/>
            <a:ext cx="5328000" cy="2631000"/>
          </a:xfrm>
          <a:noFill/>
        </p:spPr>
        <p:txBody>
          <a:bodyPr vert="horz" lIns="0" tIns="180000" rIns="0" bIns="0" rtlCol="0" anchor="t" anchorCtr="0">
            <a:noAutofit/>
          </a:bodyPr>
          <a:lstStyle>
            <a:lvl1pPr marL="0" indent="0" algn="ctr" defTabSz="1088340"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4000" y="4770000"/>
            <a:ext cx="5328000" cy="156600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620000"/>
            <a:ext cx="5328000" cy="2631000"/>
          </a:xfrm>
          <a:noFill/>
        </p:spPr>
        <p:txBody>
          <a:bodyPr vert="horz" lIns="0" tIns="180000" rIns="0" bIns="0" rtlCol="0" anchor="t" anchorCtr="0">
            <a:noAutofit/>
          </a:bodyPr>
          <a:lstStyle>
            <a:lvl1pPr marL="0" indent="0" algn="ctr" defTabSz="1088340"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192687266"/>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orient="horz" pos="551" userDrawn="1">
          <p15:clr>
            <a:srgbClr val="FBAE40"/>
          </p15:clr>
        </p15:guide>
        <p15:guide id="4" orient="horz" pos="1020" userDrawn="1">
          <p15:clr>
            <a:srgbClr val="FBAE40"/>
          </p15:clr>
        </p15:guide>
        <p15:guide id="5" orient="horz" pos="2677" userDrawn="1">
          <p15:clr>
            <a:srgbClr val="FBAE40"/>
          </p15:clr>
        </p15:guide>
        <p15:guide id="6" orient="horz" pos="3003" userDrawn="1">
          <p15:clr>
            <a:srgbClr val="FBAE40"/>
          </p15:clr>
        </p15:guide>
        <p15:guide id="7" orient="horz" pos="3990" userDrawn="1">
          <p15:clr>
            <a:srgbClr val="FBAE40"/>
          </p15:clr>
        </p15:guide>
        <p15:guide id="8" pos="3682" userDrawn="1">
          <p15:clr>
            <a:srgbClr val="FBAE40"/>
          </p15:clr>
        </p15:guide>
        <p15:guide id="9" pos="4000" userDrawn="1">
          <p15:clr>
            <a:srgbClr val="FBAE40"/>
          </p15:clr>
        </p15:guide>
        <p15:guide id="10" pos="7364"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9277" y="4354922"/>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299277" y="1620000"/>
            <a:ext cx="3391200" cy="2232000"/>
          </a:xfrm>
          <a:noFill/>
        </p:spPr>
        <p:txBody>
          <a:bodyPr vert="horz" lIns="0" tIns="180000" rIns="0" bIns="0" rtlCol="0" anchor="t" anchorCtr="0">
            <a:noAutofit/>
          </a:bodyPr>
          <a:lstStyle>
            <a:lvl1pPr marL="0" indent="0" algn="ctr" defTabSz="1088340"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9" name="Text placeholder 2"/>
          <p:cNvSpPr>
            <a:spLocks noGrp="1"/>
          </p:cNvSpPr>
          <p:nvPr>
            <p:ph type="body" sz="quarter" idx="15" hasCustomPrompt="1"/>
          </p:nvPr>
        </p:nvSpPr>
        <p:spPr>
          <a:xfrm>
            <a:off x="4401639" y="4354922"/>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401639" y="1620000"/>
            <a:ext cx="3391200" cy="2232000"/>
          </a:xfrm>
          <a:noFill/>
        </p:spPr>
        <p:txBody>
          <a:bodyPr vert="horz" lIns="0" tIns="180000" rIns="0" bIns="0" rtlCol="0" anchor="t" anchorCtr="0">
            <a:noAutofit/>
          </a:bodyPr>
          <a:lstStyle>
            <a:lvl1pPr marL="0" indent="0" algn="ctr" defTabSz="1088340"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4000" y="4354922"/>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620000"/>
            <a:ext cx="3391200" cy="2232000"/>
          </a:xfrm>
          <a:noFill/>
        </p:spPr>
        <p:txBody>
          <a:bodyPr vert="horz" lIns="0" tIns="180000" rIns="0" bIns="0" rtlCol="0" anchor="t" anchorCtr="0">
            <a:noAutofit/>
          </a:bodyPr>
          <a:lstStyle>
            <a:lvl1pPr marL="0" indent="0" algn="ctr" defTabSz="1088340"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333887833"/>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pos="2455" userDrawn="1">
          <p15:clr>
            <a:srgbClr val="FBAE40"/>
          </p15:clr>
        </p15:guide>
        <p15:guide id="4" pos="2773" userDrawn="1">
          <p15:clr>
            <a:srgbClr val="FBAE40"/>
          </p15:clr>
        </p15:guide>
        <p15:guide id="5" pos="4910" userDrawn="1">
          <p15:clr>
            <a:srgbClr val="FBAE40"/>
          </p15:clr>
        </p15:guide>
        <p15:guide id="6" pos="5227" userDrawn="1">
          <p15:clr>
            <a:srgbClr val="FBAE40"/>
          </p15:clr>
        </p15:guide>
        <p15:guide id="7" pos="7364" userDrawn="1">
          <p15:clr>
            <a:srgbClr val="FBAE40"/>
          </p15:clr>
        </p15:guide>
        <p15:guide id="8" orient="horz" pos="551" userDrawn="1">
          <p15:clr>
            <a:srgbClr val="FBAE40"/>
          </p15:clr>
        </p15:guide>
        <p15:guide id="9" orient="horz" pos="1019" userDrawn="1">
          <p15:clr>
            <a:srgbClr val="FBAE40"/>
          </p15:clr>
        </p15:guide>
        <p15:guide id="10" orient="horz" pos="2427" userDrawn="1">
          <p15:clr>
            <a:srgbClr val="FBAE40"/>
          </p15:clr>
        </p15:guide>
        <p15:guide id="11" orient="horz" pos="2742" userDrawn="1">
          <p15:clr>
            <a:srgbClr val="FBAE40"/>
          </p15:clr>
        </p15:guide>
        <p15:guide id="12" orient="horz" pos="3990"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3" name="Text placeholder - column 2"/>
          <p:cNvSpPr>
            <a:spLocks noGrp="1"/>
          </p:cNvSpPr>
          <p:nvPr>
            <p:ph type="body" sz="quarter" idx="10" hasCustomPrompt="1"/>
          </p:nvPr>
        </p:nvSpPr>
        <p:spPr>
          <a:xfrm>
            <a:off x="504000" y="387822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4000" y="1620000"/>
            <a:ext cx="2415600" cy="1728000"/>
          </a:xfrm>
          <a:noFill/>
        </p:spPr>
        <p:txBody>
          <a:bodyPr vert="horz" lIns="0" tIns="180000" rIns="0" bIns="0" rtlCol="0" anchor="t" anchorCtr="0">
            <a:noAutofit/>
          </a:bodyPr>
          <a:lstStyle>
            <a:lvl1pPr marL="0" indent="0" algn="ctr" defTabSz="1088340"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17" name="Text placeholder - column 2"/>
          <p:cNvSpPr>
            <a:spLocks noGrp="1"/>
          </p:cNvSpPr>
          <p:nvPr>
            <p:ph type="body" sz="quarter" idx="13" hasCustomPrompt="1"/>
          </p:nvPr>
        </p:nvSpPr>
        <p:spPr>
          <a:xfrm>
            <a:off x="9274877" y="3878221"/>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274877" y="1620000"/>
            <a:ext cx="2415600" cy="1728000"/>
          </a:xfrm>
          <a:noFill/>
        </p:spPr>
        <p:txBody>
          <a:bodyPr vert="horz" lIns="0" tIns="180000" rIns="0" bIns="0" rtlCol="0" anchor="t" anchorCtr="0">
            <a:noAutofit/>
          </a:bodyPr>
          <a:lstStyle>
            <a:lvl1pPr marL="0" indent="0" algn="ctr" defTabSz="1088340"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9" name="Text placeholder - column 2"/>
          <p:cNvSpPr>
            <a:spLocks noGrp="1"/>
          </p:cNvSpPr>
          <p:nvPr>
            <p:ph type="body" sz="quarter" idx="15" hasCustomPrompt="1"/>
          </p:nvPr>
        </p:nvSpPr>
        <p:spPr>
          <a:xfrm>
            <a:off x="3427626" y="3878221"/>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427626" y="1620000"/>
            <a:ext cx="2415600" cy="1728000"/>
          </a:xfrm>
          <a:noFill/>
        </p:spPr>
        <p:txBody>
          <a:bodyPr vert="horz" lIns="0" tIns="180000" rIns="0" bIns="0" rtlCol="0" anchor="t" anchorCtr="0">
            <a:noAutofit/>
          </a:bodyPr>
          <a:lstStyle>
            <a:lvl1pPr marL="0" indent="0" algn="ctr" defTabSz="1088340"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13" name="Text placeholder - column 2"/>
          <p:cNvSpPr>
            <a:spLocks noGrp="1"/>
          </p:cNvSpPr>
          <p:nvPr>
            <p:ph type="body" sz="quarter" idx="17" hasCustomPrompt="1"/>
          </p:nvPr>
        </p:nvSpPr>
        <p:spPr>
          <a:xfrm>
            <a:off x="6351252" y="3878221"/>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351252" y="1620000"/>
            <a:ext cx="2415600" cy="1728000"/>
          </a:xfrm>
          <a:noFill/>
        </p:spPr>
        <p:txBody>
          <a:bodyPr vert="horz" lIns="0" tIns="180000" rIns="0" bIns="0" rtlCol="0" anchor="t" anchorCtr="0">
            <a:noAutofit/>
          </a:bodyPr>
          <a:lstStyle>
            <a:lvl1pPr marL="0" indent="0" algn="ctr" defTabSz="1088340"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214330686"/>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orient="horz" pos="551" userDrawn="1">
          <p15:clr>
            <a:srgbClr val="FBAE40"/>
          </p15:clr>
        </p15:guide>
        <p15:guide id="4" orient="horz" pos="1021" userDrawn="1">
          <p15:clr>
            <a:srgbClr val="FBAE40"/>
          </p15:clr>
        </p15:guide>
        <p15:guide id="5" orient="horz" pos="2110" userDrawn="1">
          <p15:clr>
            <a:srgbClr val="FBAE40"/>
          </p15:clr>
        </p15:guide>
        <p15:guide id="6" orient="horz" pos="2441" userDrawn="1">
          <p15:clr>
            <a:srgbClr val="FBAE40"/>
          </p15:clr>
        </p15:guide>
        <p15:guide id="7" orient="horz" pos="3989" userDrawn="1">
          <p15:clr>
            <a:srgbClr val="FBAE40"/>
          </p15:clr>
        </p15:guide>
        <p15:guide id="8" pos="1840" userDrawn="1">
          <p15:clr>
            <a:srgbClr val="FBAE40"/>
          </p15:clr>
        </p15:guide>
        <p15:guide id="9" pos="2159" userDrawn="1">
          <p15:clr>
            <a:srgbClr val="FBAE40"/>
          </p15:clr>
        </p15:guide>
        <p15:guide id="10" pos="3683" userDrawn="1">
          <p15:clr>
            <a:srgbClr val="FBAE40"/>
          </p15:clr>
        </p15:guide>
        <p15:guide id="11" pos="4000" userDrawn="1">
          <p15:clr>
            <a:srgbClr val="FBAE40"/>
          </p15:clr>
        </p15:guide>
        <p15:guide id="12" pos="5525" userDrawn="1">
          <p15:clr>
            <a:srgbClr val="FBAE40"/>
          </p15:clr>
        </p15:guide>
        <p15:guide id="13" pos="5842" userDrawn="1">
          <p15:clr>
            <a:srgbClr val="FBAE40"/>
          </p15:clr>
        </p15:guide>
        <p15:guide id="14" pos="7364"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1"/>
            <a:ext cx="11185200" cy="3285032"/>
          </a:xfrm>
        </p:spPr>
        <p:txBody>
          <a:bodyPr/>
          <a:lstStyle>
            <a:lvl1pPr marL="395842" indent="-395842">
              <a:lnSpc>
                <a:spcPct val="90000"/>
              </a:lnSpc>
              <a:spcBef>
                <a:spcPts val="600"/>
              </a:spcBef>
              <a:defRPr sz="5998" b="1"/>
            </a:lvl1pPr>
            <a:lvl2pPr marL="395842" indent="0">
              <a:buNone/>
              <a:defRPr sz="1600"/>
            </a:lvl2pPr>
          </a:lstStyle>
          <a:p>
            <a:pPr lvl="0"/>
            <a:r>
              <a:rPr lang="en-US" noProof="0"/>
              <a:t>“Quote goes here </a:t>
            </a:r>
            <a:br>
              <a:rPr lang="en-US" noProof="0"/>
            </a:br>
            <a:r>
              <a:rPr lang="en-US" noProof="0"/>
              <a:t>and here.”</a:t>
            </a:r>
          </a:p>
          <a:p>
            <a:pPr lvl="1"/>
            <a:r>
              <a:rPr lang="en-US" noProof="0"/>
              <a:t>Source</a:t>
            </a:r>
          </a:p>
        </p:txBody>
      </p:sp>
    </p:spTree>
    <p:extLst>
      <p:ext uri="{BB962C8B-B14F-4D97-AF65-F5344CB8AC3E}">
        <p14:creationId xmlns:p14="http://schemas.microsoft.com/office/powerpoint/2010/main" val="3610321041"/>
      </p:ext>
    </p:extLst>
  </p:cSld>
  <p:clrMapOvr>
    <a:masterClrMapping/>
  </p:clrMapOvr>
  <p:extLst>
    <p:ext uri="{DCECCB84-F9BA-43D5-87BE-67443E8EF086}">
      <p15:sldGuideLst xmlns:p15="http://schemas.microsoft.com/office/powerpoint/2012/main">
        <p15:guide id="1" pos="317" userDrawn="1">
          <p15:clr>
            <a:srgbClr val="FBAE40"/>
          </p15:clr>
        </p15:guide>
        <p15:guide id="4" orient="horz" pos="1133" userDrawn="1">
          <p15:clr>
            <a:srgbClr val="FBAE40"/>
          </p15:clr>
        </p15:guide>
        <p15:guide id="5" orient="horz" pos="3203" userDrawn="1">
          <p15:clr>
            <a:srgbClr val="FBAE40"/>
          </p15:clr>
        </p15:guide>
        <p15:guide id="6" pos="7363"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solidFill>
            <a:schemeClr val="tx2">
              <a:alpha val="70000"/>
            </a:schemeClr>
          </a:solidFill>
        </p:spPr>
        <p:txBody>
          <a:bodyPr vert="horz" lIns="0" tIns="2448000" rIns="0" bIns="0" rtlCol="0" anchor="t" anchorCtr="0">
            <a:noAutofit/>
          </a:bodyPr>
          <a:lstStyle>
            <a:lvl1pPr marL="0" indent="0" algn="ctr" defTabSz="1088340"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p:cNvSpPr>
            <a:spLocks noGrp="1"/>
          </p:cNvSpPr>
          <p:nvPr>
            <p:ph type="body" sz="quarter" idx="11" hasCustomPrompt="1"/>
          </p:nvPr>
        </p:nvSpPr>
        <p:spPr bwMode="black">
          <a:xfrm>
            <a:off x="503999" y="1620000"/>
            <a:ext cx="7092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4001" y="504000"/>
            <a:ext cx="7092000"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411172704"/>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990" userDrawn="1">
          <p15:clr>
            <a:srgbClr val="FBAE40"/>
          </p15:clr>
        </p15:guide>
        <p15:guide id="3" pos="4786" userDrawn="1">
          <p15:clr>
            <a:srgbClr val="FBAE40"/>
          </p15:clr>
        </p15:guide>
        <p15:guide id="4" pos="5119" userDrawn="1">
          <p15:clr>
            <a:srgbClr val="FBAE40"/>
          </p15:clr>
        </p15:guide>
        <p15:guide id="5" orient="horz" pos="317" userDrawn="1">
          <p15:clr>
            <a:srgbClr val="FBAE40"/>
          </p15:clr>
        </p15:guide>
        <p15:guide id="6" orient="horz" pos="551" userDrawn="1">
          <p15:clr>
            <a:srgbClr val="FBAE40"/>
          </p15:clr>
        </p15:guide>
        <p15:guide id="7" orient="horz" pos="1020"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Text with Image 1/2">
    <p:spTree>
      <p:nvGrpSpPr>
        <p:cNvPr id="1" name=""/>
        <p:cNvGrpSpPr/>
        <p:nvPr/>
      </p:nvGrpSpPr>
      <p:grpSpPr>
        <a:xfrm>
          <a:off x="0" y="0"/>
          <a:ext cx="0" cy="0"/>
          <a:chOff x="0" y="0"/>
          <a:chExt cx="0" cy="0"/>
        </a:xfrm>
      </p:grpSpPr>
      <p:sp>
        <p:nvSpPr>
          <p:cNvPr id="5" name="Picture Placeholder 1/2 right"/>
          <p:cNvSpPr>
            <a:spLocks noGrp="1"/>
          </p:cNvSpPr>
          <p:nvPr>
            <p:ph type="pic" sz="quarter" idx="10" hasCustomPrompt="1"/>
          </p:nvPr>
        </p:nvSpPr>
        <p:spPr bwMode="gray">
          <a:xfrm>
            <a:off x="6097590" y="0"/>
            <a:ext cx="6097587" cy="6858000"/>
          </a:xfrm>
          <a:solidFill>
            <a:schemeClr val="tx2">
              <a:alpha val="70000"/>
            </a:schemeClr>
          </a:solidFill>
        </p:spPr>
        <p:txBody>
          <a:bodyPr vert="horz" lIns="0" tIns="2448000" rIns="0" bIns="0" rtlCol="0" anchor="t" anchorCtr="0">
            <a:noAutofit/>
          </a:bodyPr>
          <a:lstStyle>
            <a:lvl1pPr marL="0" indent="0" algn="ctr" defTabSz="1088340"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1/2"/>
          <p:cNvSpPr>
            <a:spLocks noGrp="1"/>
          </p:cNvSpPr>
          <p:nvPr>
            <p:ph type="body" sz="quarter" idx="11" hasCustomPrompt="1"/>
          </p:nvPr>
        </p:nvSpPr>
        <p:spPr bwMode="black">
          <a:xfrm>
            <a:off x="503999" y="1620000"/>
            <a:ext cx="5112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p:cNvSpPr>
            <a:spLocks noGrp="1"/>
          </p:cNvSpPr>
          <p:nvPr>
            <p:ph type="title" hasCustomPrompt="1"/>
          </p:nvPr>
        </p:nvSpPr>
        <p:spPr>
          <a:xfrm>
            <a:off x="504001" y="504000"/>
            <a:ext cx="5112000"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930090634"/>
      </p:ext>
    </p:extLst>
  </p:cSld>
  <p:clrMapOvr>
    <a:masterClrMapping/>
  </p:clrMapOvr>
  <p:extLst>
    <p:ext uri="{DCECCB84-F9BA-43D5-87BE-67443E8EF086}">
      <p15:sldGuideLst xmlns:p15="http://schemas.microsoft.com/office/powerpoint/2012/main">
        <p15:guide id="1" pos="3841" userDrawn="1">
          <p15:clr>
            <a:srgbClr val="FBAE40"/>
          </p15:clr>
        </p15:guide>
        <p15:guide id="2" orient="horz" pos="317" userDrawn="1">
          <p15:clr>
            <a:srgbClr val="FBAE40"/>
          </p15:clr>
        </p15:guide>
        <p15:guide id="3" orient="horz" pos="551" userDrawn="1">
          <p15:clr>
            <a:srgbClr val="FBAE40"/>
          </p15:clr>
        </p15:guide>
        <p15:guide id="4" orient="horz" pos="1020" userDrawn="1">
          <p15:clr>
            <a:srgbClr val="FBAE40"/>
          </p15:clr>
        </p15:guide>
        <p15:guide id="5" orient="horz" pos="3990" userDrawn="1">
          <p15:clr>
            <a:srgbClr val="FBAE40"/>
          </p15:clr>
        </p15:guide>
        <p15:guide id="6" pos="3538" userDrawn="1">
          <p15:clr>
            <a:srgbClr val="FBAE40"/>
          </p15:clr>
        </p15:guide>
        <p15:guide id="7" pos="317"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full image"/>
          <p:cNvSpPr>
            <a:spLocks noGrp="1"/>
          </p:cNvSpPr>
          <p:nvPr>
            <p:ph type="pic" sz="quarter" idx="10" hasCustomPrompt="1"/>
          </p:nvPr>
        </p:nvSpPr>
        <p:spPr bwMode="gray">
          <a:xfrm>
            <a:off x="3" y="0"/>
            <a:ext cx="12195175" cy="6858000"/>
          </a:xfrm>
          <a:solidFill>
            <a:schemeClr val="tx2">
              <a:alpha val="70000"/>
            </a:schemeClr>
          </a:solidFill>
        </p:spPr>
        <p:txBody>
          <a:bodyPr vert="horz" lIns="0" tIns="2448000" rIns="0" bIns="0" rtlCol="0" anchor="t" anchorCtr="0">
            <a:noAutofit/>
          </a:bodyPr>
          <a:lstStyle>
            <a:lvl1pPr marL="0" indent="0" algn="ctr" defTabSz="1088340"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378166515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2477" y="1620000"/>
            <a:ext cx="5328000" cy="4716000"/>
          </a:xfrm>
          <a:solidFill>
            <a:schemeClr val="tx2">
              <a:alpha val="70000"/>
            </a:schemeClr>
          </a:solidFill>
        </p:spPr>
        <p:txBody>
          <a:bodyPr vert="horz" lIns="0" tIns="1512000" rIns="0" bIns="0" rtlCol="0" anchor="t" anchorCtr="0">
            <a:noAutofit/>
          </a:bodyPr>
          <a:lstStyle>
            <a:lvl1pPr marL="0" indent="0" algn="ctr" defTabSz="1088340"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endParaRPr lang="de-DE" dirty="0"/>
          </a:p>
        </p:txBody>
      </p:sp>
      <p:sp>
        <p:nvSpPr>
          <p:cNvPr id="4" name="Text Placeholder"/>
          <p:cNvSpPr>
            <a:spLocks noGrp="1"/>
          </p:cNvSpPr>
          <p:nvPr>
            <p:ph type="body" sz="quarter" idx="10" hasCustomPrompt="1"/>
          </p:nvPr>
        </p:nvSpPr>
        <p:spPr>
          <a:xfrm>
            <a:off x="504000" y="1620000"/>
            <a:ext cx="5328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633509726"/>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1020" userDrawn="1">
          <p15:clr>
            <a:srgbClr val="FBAE40"/>
          </p15:clr>
        </p15:guide>
        <p15:guide id="3" pos="3674" userDrawn="1">
          <p15:clr>
            <a:srgbClr val="FBAE40"/>
          </p15:clr>
        </p15:guide>
        <p15:guide id="4" pos="4008" userDrawn="1">
          <p15:clr>
            <a:srgbClr val="FBAE40"/>
          </p15:clr>
        </p15:guide>
        <p15:guide id="5" pos="7364" userDrawn="1">
          <p15:clr>
            <a:srgbClr val="FBAE40"/>
          </p15:clr>
        </p15:guide>
        <p15:guide id="6" orient="horz" pos="317" userDrawn="1">
          <p15:clr>
            <a:srgbClr val="FBAE40"/>
          </p15:clr>
        </p15:guide>
        <p15:guide id="7" orient="horz" pos="551" userDrawn="1">
          <p15:clr>
            <a:srgbClr val="FBAE40"/>
          </p15:clr>
        </p15:guide>
        <p15:guide id="8" orient="horz" pos="3990"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620000"/>
            <a:ext cx="11185200" cy="4716000"/>
          </a:xfrm>
          <a:solidFill>
            <a:schemeClr val="tx2">
              <a:alpha val="70000"/>
            </a:schemeClr>
          </a:solid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1964587790"/>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orient="horz" pos="551" userDrawn="1">
          <p15:clr>
            <a:srgbClr val="FBAE40"/>
          </p15:clr>
        </p15:guide>
        <p15:guide id="4" orient="horz" pos="1020" userDrawn="1">
          <p15:clr>
            <a:srgbClr val="FBAE40"/>
          </p15:clr>
        </p15:guide>
        <p15:guide id="5" orient="horz" pos="3990" userDrawn="1">
          <p15:clr>
            <a:srgbClr val="FBAE40"/>
          </p15:clr>
        </p15:guide>
        <p15:guide id="6" pos="7364" userDrawn="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37172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bg>
      <p:bgRef idx="1001">
        <a:schemeClr val="bg1"/>
      </p:bgRef>
    </p:bg>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8"/>
            <a:ext cx="5593588"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a:t>Contact information:</a:t>
            </a:r>
          </a:p>
          <a:p>
            <a:pPr lvl="1"/>
            <a:r>
              <a:rPr lang="en-US"/>
              <a:t>F name L name</a:t>
            </a:r>
          </a:p>
          <a:p>
            <a:pPr lvl="1"/>
            <a:r>
              <a:rPr lang="en-US"/>
              <a:t>Title</a:t>
            </a:r>
          </a:p>
          <a:p>
            <a:pPr lvl="1"/>
            <a:r>
              <a:rPr lang="en-US"/>
              <a:t>Address</a:t>
            </a:r>
          </a:p>
          <a:p>
            <a:pPr lvl="1"/>
            <a:r>
              <a:rPr lang="en-US"/>
              <a:t>Phone number</a:t>
            </a:r>
          </a:p>
        </p:txBody>
      </p:sp>
      <p:sp>
        <p:nvSpPr>
          <p:cNvPr id="2" name="Thank you"/>
          <p:cNvSpPr>
            <a:spLocks noGrp="1"/>
          </p:cNvSpPr>
          <p:nvPr>
            <p:ph type="ctrTitle" hasCustomPrompt="1"/>
          </p:nvPr>
        </p:nvSpPr>
        <p:spPr bwMode="gray">
          <a:xfrm>
            <a:off x="504000" y="1467009"/>
            <a:ext cx="5593588" cy="923116"/>
          </a:xfrm>
        </p:spPr>
        <p:txBody>
          <a:bodyPr anchor="t" anchorCtr="0">
            <a:noAutofit/>
          </a:bodyPr>
          <a:lstStyle>
            <a:lvl1pPr>
              <a:defRPr sz="5499">
                <a:solidFill>
                  <a:schemeClr val="accent1"/>
                </a:solidFill>
                <a:latin typeface="+mj-lt"/>
              </a:defRPr>
            </a:lvl1pPr>
          </a:lstStyle>
          <a:p>
            <a:r>
              <a:rPr lang="en-US"/>
              <a:t>Thank you.</a:t>
            </a:r>
            <a:endParaRPr lang="de-DE"/>
          </a:p>
        </p:txBody>
      </p:sp>
      <p:pic>
        <p:nvPicPr>
          <p:cNvPr id="5" name="SAP Logo" descr="SAP Logo" title="SAP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27200" y="5994000"/>
            <a:ext cx="1963636" cy="360000"/>
          </a:xfrm>
          <a:prstGeom prst="rect">
            <a:avLst/>
          </a:prstGeom>
        </p:spPr>
      </p:pic>
    </p:spTree>
    <p:extLst>
      <p:ext uri="{BB962C8B-B14F-4D97-AF65-F5344CB8AC3E}">
        <p14:creationId xmlns:p14="http://schemas.microsoft.com/office/powerpoint/2010/main" val="2981372977"/>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7364" userDrawn="1">
          <p15:clr>
            <a:srgbClr val="FBAE40"/>
          </p15:clr>
        </p15:guide>
        <p15:guide id="2" orient="horz" pos="924" userDrawn="1">
          <p15:clr>
            <a:srgbClr val="FBAE40"/>
          </p15:clr>
        </p15:guide>
        <p15:guide id="4" orient="horz" pos="1830" userDrawn="1">
          <p15:clr>
            <a:srgbClr val="FBAE40"/>
          </p15:clr>
        </p15:guide>
        <p15:guide id="5" orient="horz" pos="3999" userDrawn="1">
          <p15:clr>
            <a:srgbClr val="FBAE40"/>
          </p15:clr>
        </p15:guide>
        <p15:guide id="6" pos="317" userDrawn="1">
          <p15:clr>
            <a:srgbClr val="FBAE40"/>
          </p15:clr>
        </p15:guide>
        <p15:guide id="8" pos="3841" userDrawn="1">
          <p15:clr>
            <a:srgbClr val="FBAE40"/>
          </p15:clr>
        </p15:guide>
        <p15:guide id="9" orient="horz" pos="318"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pic>
        <p:nvPicPr>
          <p:cNvPr id="16" name="SAP Logo" descr="SAP Logo" title="SAP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25567" y="5994000"/>
            <a:ext cx="1963635" cy="360000"/>
          </a:xfrm>
          <a:prstGeom prst="rect">
            <a:avLst/>
          </a:prstGeom>
        </p:spPr>
      </p:pic>
      <p:sp>
        <p:nvSpPr>
          <p:cNvPr id="25" name="Copyright information English"/>
          <p:cNvSpPr txBox="1"/>
          <p:nvPr userDrawn="1"/>
        </p:nvSpPr>
        <p:spPr bwMode="black">
          <a:xfrm>
            <a:off x="503998" y="2645292"/>
            <a:ext cx="5872310" cy="3708708"/>
          </a:xfrm>
          <a:prstGeom prst="rect">
            <a:avLst/>
          </a:prstGeom>
          <a:noFill/>
        </p:spPr>
        <p:txBody>
          <a:bodyPr wrap="square" lIns="0" tIns="0" rIns="0" bIns="0" rtlCol="0" anchor="b">
            <a:noAutofit/>
          </a:bodyPr>
          <a:lstStyle/>
          <a:p>
            <a:pPr marL="0" marR="0" lvl="0" indent="0" algn="l" defTabSz="1088558" rtl="0" eaLnBrk="1" fontAlgn="auto" latinLnBrk="0" hangingPunct="1">
              <a:lnSpc>
                <a:spcPct val="100000"/>
              </a:lnSpc>
              <a:spcBef>
                <a:spcPts val="1200"/>
              </a:spcBef>
              <a:spcAft>
                <a:spcPts val="0"/>
              </a:spcAft>
              <a:buClrTx/>
              <a:buSzTx/>
              <a:buFontTx/>
              <a:buNone/>
              <a:tabLst/>
              <a:defRPr/>
            </a:pPr>
            <a:r>
              <a:rPr lang="en-US" sz="800" b="0" noProof="0" dirty="0"/>
              <a:t>© 2019 SAP SE or an SAP affiliate company. All rights reserved.</a:t>
            </a:r>
            <a:endParaRPr lang="de-DE" sz="800" kern="0" dirty="0">
              <a:ea typeface="Arial Unicode MS" pitchFamily="34" charset="-128"/>
              <a:cs typeface="Arial Unicode MS" pitchFamily="34" charset="-128"/>
            </a:endParaRPr>
          </a:p>
          <a:p>
            <a:pPr>
              <a:spcBef>
                <a:spcPts val="600"/>
              </a:spcBef>
            </a:pPr>
            <a:r>
              <a:rPr lang="en-US" sz="8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600"/>
              </a:spcBef>
            </a:pPr>
            <a:r>
              <a:rPr lang="en-US" sz="8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of other software vendors. National product specifications may vary.</a:t>
            </a:r>
          </a:p>
          <a:p>
            <a:pPr>
              <a:spcBef>
                <a:spcPts val="600"/>
              </a:spcBef>
            </a:pPr>
            <a:r>
              <a:rPr lang="en-US" sz="8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set forth in the express warranty statements accompanying such products and services, if any. Nothing herein should be construed as constituting an additional warranty. </a:t>
            </a:r>
          </a:p>
          <a:p>
            <a:pPr>
              <a:spcBef>
                <a:spcPts val="600"/>
              </a:spcBef>
            </a:pPr>
            <a:r>
              <a:rPr lang="en-US" sz="8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platforms,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a:t>
            </a:r>
            <a:r>
              <a:rPr lang="en-US" sz="800" kern="1200" baseline="0" dirty="0">
                <a:solidFill>
                  <a:schemeClr val="tx1"/>
                </a:solidFill>
                <a:latin typeface="Arial"/>
                <a:ea typeface="Arial Unicode MS" panose="020B0604020202020204" pitchFamily="34" charset="-128"/>
                <a:cs typeface="+mn-cs"/>
              </a:rPr>
              <a:t> </a:t>
            </a:r>
            <a:r>
              <a:rPr lang="en-US" sz="8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600"/>
              </a:spcBef>
            </a:pPr>
            <a:r>
              <a:rPr lang="en-US" sz="8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in Germany and other countries. All other product and service names mentioned are the trademarks of their respective companies. </a:t>
            </a:r>
          </a:p>
          <a:p>
            <a:pPr>
              <a:spcBef>
                <a:spcPts val="600"/>
              </a:spcBef>
            </a:pPr>
            <a:r>
              <a:rPr lang="en-US" sz="800" kern="1200" dirty="0">
                <a:solidFill>
                  <a:schemeClr val="tx1"/>
                </a:solidFill>
                <a:latin typeface="Arial"/>
                <a:ea typeface="Arial Unicode MS" panose="020B0604020202020204" pitchFamily="34" charset="-128"/>
                <a:cs typeface="+mn-cs"/>
              </a:rPr>
              <a:t>See </a:t>
            </a:r>
            <a:r>
              <a:rPr lang="en-US" sz="800" kern="1200" dirty="0">
                <a:solidFill>
                  <a:schemeClr val="tx1"/>
                </a:solidFill>
                <a:latin typeface="Arial"/>
                <a:ea typeface="Arial Unicode MS" panose="020B0604020202020204" pitchFamily="34" charset="-128"/>
                <a:cs typeface="+mn-cs"/>
                <a:hlinkClick r:id="rId3"/>
              </a:rPr>
              <a:t>www.sap.com/copyright</a:t>
            </a:r>
            <a:r>
              <a:rPr lang="en-US" sz="800" kern="1200" dirty="0">
                <a:solidFill>
                  <a:schemeClr val="tx1"/>
                </a:solidFill>
                <a:latin typeface="Arial"/>
                <a:ea typeface="Arial Unicode MS" panose="020B0604020202020204" pitchFamily="34" charset="-128"/>
                <a:cs typeface="+mn-cs"/>
              </a:rPr>
              <a:t> for additional trademark information and notices.</a:t>
            </a:r>
          </a:p>
        </p:txBody>
      </p:sp>
      <p:sp>
        <p:nvSpPr>
          <p:cNvPr id="26" name="www.sap.com - contact SAP link">
            <a:hlinkClick r:id="rId4" tooltip="www.sap.com/contactsap"/>
          </p:cNvPr>
          <p:cNvSpPr txBox="1"/>
          <p:nvPr userDrawn="1"/>
        </p:nvSpPr>
        <p:spPr bwMode="black">
          <a:xfrm>
            <a:off x="503238" y="2461399"/>
            <a:ext cx="2215390" cy="169277"/>
          </a:xfrm>
          <a:prstGeom prst="rect">
            <a:avLst/>
          </a:prstGeom>
          <a:noFill/>
        </p:spPr>
        <p:txBody>
          <a:bodyPr wrap="square" lIns="0" tIns="0" rIns="0" bIns="0" rtlCol="0" anchor="b">
            <a:noAutofit/>
          </a:bodyPr>
          <a:lstStyle/>
          <a:p>
            <a:pPr marL="0" marR="0" lvl="0" indent="0" algn="l" defTabSz="1088558" rtl="0" eaLnBrk="1" fontAlgn="auto" latinLnBrk="0" hangingPunct="1">
              <a:lnSpc>
                <a:spcPct val="100000"/>
              </a:lnSpc>
              <a:spcBef>
                <a:spcPts val="1200"/>
              </a:spcBef>
              <a:spcAft>
                <a:spcPts val="0"/>
              </a:spcAft>
              <a:buClrTx/>
              <a:buSzTx/>
              <a:buFontTx/>
              <a:buNone/>
              <a:tabLst/>
              <a:defRPr/>
            </a:pPr>
            <a:r>
              <a:rPr lang="en-US" sz="1100" b="1" kern="1200" dirty="0">
                <a:solidFill>
                  <a:schemeClr val="accent1"/>
                </a:solidFill>
                <a:latin typeface="Arial"/>
                <a:ea typeface="Arial Unicode MS" panose="020B0604020202020204" pitchFamily="34" charset="-128"/>
                <a:cs typeface="+mn-cs"/>
              </a:rPr>
              <a:t>www.sap.com</a:t>
            </a:r>
            <a:r>
              <a:rPr lang="en-US" sz="1100" b="1" kern="1200" dirty="0">
                <a:solidFill>
                  <a:schemeClr val="tx1"/>
                </a:solidFill>
                <a:latin typeface="Arial"/>
                <a:ea typeface="Arial Unicode MS" panose="020B0604020202020204" pitchFamily="34" charset="-128"/>
                <a:cs typeface="+mn-cs"/>
              </a:rPr>
              <a:t>/contactsap</a:t>
            </a:r>
          </a:p>
        </p:txBody>
      </p:sp>
      <p:pic>
        <p:nvPicPr>
          <p:cNvPr id="13" name="Linkedin icon with link">
            <a:hlinkClick r:id="rId5"/>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2257489" y="1749960"/>
            <a:ext cx="361809" cy="361809"/>
          </a:xfrm>
          <a:prstGeom prst="rect">
            <a:avLst/>
          </a:prstGeom>
        </p:spPr>
      </p:pic>
      <p:pic>
        <p:nvPicPr>
          <p:cNvPr id="14" name="YouTube icon with link">
            <a:hlinkClick r:id="rId7"/>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1666951" y="1749063"/>
            <a:ext cx="363600" cy="363600"/>
          </a:xfrm>
          <a:prstGeom prst="rect">
            <a:avLst/>
          </a:prstGeom>
        </p:spPr>
      </p:pic>
      <p:pic>
        <p:nvPicPr>
          <p:cNvPr id="15" name="Twitter icon with link">
            <a:hlinkClick r:id="rId9" tooltip="https://twitter.com/sap"/>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1078208" y="1749960"/>
            <a:ext cx="361809" cy="361809"/>
          </a:xfrm>
          <a:prstGeom prst="rect">
            <a:avLst/>
          </a:prstGeom>
        </p:spPr>
      </p:pic>
      <p:pic>
        <p:nvPicPr>
          <p:cNvPr id="17" name="Facebook icon with link">
            <a:hlinkClick r:id="rId11"/>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487670" y="1749063"/>
            <a:ext cx="363600" cy="363600"/>
          </a:xfrm>
          <a:prstGeom prst="rect">
            <a:avLst/>
          </a:prstGeom>
        </p:spPr>
      </p:pic>
      <p:sp>
        <p:nvSpPr>
          <p:cNvPr id="32" name="Follow all of SAP"/>
          <p:cNvSpPr txBox="1"/>
          <p:nvPr userDrawn="1"/>
        </p:nvSpPr>
        <p:spPr bwMode="black">
          <a:xfrm>
            <a:off x="503999" y="1461002"/>
            <a:ext cx="1228549" cy="169277"/>
          </a:xfrm>
          <a:prstGeom prst="rect">
            <a:avLst/>
          </a:prstGeom>
          <a:noFill/>
        </p:spPr>
        <p:txBody>
          <a:bodyPr wrap="square" lIns="0" tIns="0" rIns="0" bIns="0" rtlCol="0" anchor="b">
            <a:noAutofit/>
          </a:bodyPr>
          <a:lstStyle/>
          <a:p>
            <a:pPr marL="0" marR="0" lvl="0" indent="0" algn="l" defTabSz="1088558" rtl="0" eaLnBrk="1" fontAlgn="auto" latinLnBrk="0" hangingPunct="1">
              <a:lnSpc>
                <a:spcPct val="100000"/>
              </a:lnSpc>
              <a:spcBef>
                <a:spcPts val="1200"/>
              </a:spcBef>
              <a:spcAft>
                <a:spcPts val="0"/>
              </a:spcAft>
              <a:buClrTx/>
              <a:buSzTx/>
              <a:buFontTx/>
              <a:buNone/>
              <a:tabLst/>
              <a:defRPr/>
            </a:pPr>
            <a:r>
              <a:rPr lang="en-US" sz="1100" b="0" kern="1200" dirty="0">
                <a:solidFill>
                  <a:schemeClr val="tx1"/>
                </a:solidFill>
                <a:latin typeface="Arial"/>
                <a:ea typeface="Arial Unicode MS" panose="020B0604020202020204" pitchFamily="34" charset="-128"/>
                <a:cs typeface="+mn-cs"/>
              </a:rPr>
              <a:t>Follow us</a:t>
            </a:r>
          </a:p>
        </p:txBody>
      </p:sp>
    </p:spTree>
    <p:extLst>
      <p:ext uri="{BB962C8B-B14F-4D97-AF65-F5344CB8AC3E}">
        <p14:creationId xmlns:p14="http://schemas.microsoft.com/office/powerpoint/2010/main" val="180190427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opyright German">
    <p:spTree>
      <p:nvGrpSpPr>
        <p:cNvPr id="1" name=""/>
        <p:cNvGrpSpPr/>
        <p:nvPr/>
      </p:nvGrpSpPr>
      <p:grpSpPr>
        <a:xfrm>
          <a:off x="0" y="0"/>
          <a:ext cx="0" cy="0"/>
          <a:chOff x="0" y="0"/>
          <a:chExt cx="0" cy="0"/>
        </a:xfrm>
      </p:grpSpPr>
      <p:sp>
        <p:nvSpPr>
          <p:cNvPr id="16" name="Copyright information">
            <a:hlinkClick r:id="rId2" tooltip="www.sap.com/contactsap"/>
          </p:cNvPr>
          <p:cNvSpPr txBox="1"/>
          <p:nvPr userDrawn="1"/>
        </p:nvSpPr>
        <p:spPr bwMode="black">
          <a:xfrm>
            <a:off x="503238" y="2461399"/>
            <a:ext cx="2580640" cy="169277"/>
          </a:xfrm>
          <a:prstGeom prst="rect">
            <a:avLst/>
          </a:prstGeom>
          <a:noFill/>
        </p:spPr>
        <p:txBody>
          <a:bodyPr wrap="square" lIns="0" tIns="0" rIns="0" bIns="0" rtlCol="0" anchor="b">
            <a:noAutofit/>
          </a:bodyPr>
          <a:lstStyle/>
          <a:p>
            <a:pPr marL="0" marR="0" lvl="0" indent="0" algn="l" defTabSz="1088558" rtl="0" eaLnBrk="1" fontAlgn="auto" latinLnBrk="0" hangingPunct="1">
              <a:lnSpc>
                <a:spcPct val="100000"/>
              </a:lnSpc>
              <a:spcBef>
                <a:spcPts val="1200"/>
              </a:spcBef>
              <a:spcAft>
                <a:spcPts val="0"/>
              </a:spcAft>
              <a:buClrTx/>
              <a:buSzTx/>
              <a:buFontTx/>
              <a:buNone/>
              <a:tabLst/>
              <a:defRPr/>
            </a:pPr>
            <a:r>
              <a:rPr lang="en-US" sz="1100" b="1" kern="1200" dirty="0">
                <a:solidFill>
                  <a:schemeClr val="accent1"/>
                </a:solidFill>
                <a:latin typeface="Arial"/>
                <a:ea typeface="Arial Unicode MS" panose="020B0604020202020204" pitchFamily="34" charset="-128"/>
                <a:cs typeface="+mn-cs"/>
              </a:rPr>
              <a:t>www.sap.com/germany</a:t>
            </a:r>
            <a:r>
              <a:rPr lang="en-US" sz="1100" b="1" kern="1200" dirty="0">
                <a:solidFill>
                  <a:schemeClr val="tx1"/>
                </a:solidFill>
                <a:latin typeface="Arial"/>
                <a:ea typeface="Arial Unicode MS" panose="020B0604020202020204" pitchFamily="34" charset="-128"/>
                <a:cs typeface="+mn-cs"/>
              </a:rPr>
              <a:t>/contactsap</a:t>
            </a:r>
          </a:p>
        </p:txBody>
      </p:sp>
      <p:pic>
        <p:nvPicPr>
          <p:cNvPr id="17" name="SAP Logo" descr="SAP Logo" title="SAP Logo"/>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725567" y="5994000"/>
            <a:ext cx="1963635" cy="360000"/>
          </a:xfrm>
          <a:prstGeom prst="rect">
            <a:avLst/>
          </a:prstGeom>
        </p:spPr>
      </p:pic>
      <p:sp>
        <p:nvSpPr>
          <p:cNvPr id="26" name="Copyright information-German"/>
          <p:cNvSpPr txBox="1"/>
          <p:nvPr userDrawn="1"/>
        </p:nvSpPr>
        <p:spPr bwMode="black">
          <a:xfrm>
            <a:off x="503998" y="2645292"/>
            <a:ext cx="6076808" cy="3708708"/>
          </a:xfrm>
          <a:prstGeom prst="rect">
            <a:avLst/>
          </a:prstGeom>
          <a:noFill/>
        </p:spPr>
        <p:txBody>
          <a:bodyPr wrap="square" lIns="0" tIns="0" rIns="0" bIns="0" rtlCol="0" anchor="b">
            <a:noAutofit/>
          </a:bodyPr>
          <a:lstStyle/>
          <a:p>
            <a:pPr marL="0" marR="0" lvl="0" indent="0" algn="l" defTabSz="1088558" rtl="0" eaLnBrk="1" fontAlgn="auto" latinLnBrk="0" hangingPunct="1">
              <a:lnSpc>
                <a:spcPct val="100000"/>
              </a:lnSpc>
              <a:spcBef>
                <a:spcPts val="1200"/>
              </a:spcBef>
              <a:spcAft>
                <a:spcPts val="0"/>
              </a:spcAft>
              <a:buClrTx/>
              <a:buSzTx/>
              <a:buFontTx/>
              <a:buNone/>
              <a:tabLst/>
              <a:defRPr/>
            </a:pPr>
            <a:r>
              <a:rPr lang="en-US" sz="800" b="0" noProof="0" dirty="0"/>
              <a:t>© 2019 SAP SE </a:t>
            </a:r>
            <a:r>
              <a:rPr lang="de-DE" sz="800" b="0" noProof="0" dirty="0"/>
              <a:t>oder ein SAP-Konzernunternehmen. Alle Rechte vorbehalten</a:t>
            </a:r>
            <a:r>
              <a:rPr lang="en-US" sz="800" b="0" noProof="0" dirty="0"/>
              <a:t>.</a:t>
            </a:r>
            <a:endParaRPr lang="de-DE" sz="800" kern="0" dirty="0">
              <a:ea typeface="Arial Unicode MS" pitchFamily="34" charset="-128"/>
              <a:cs typeface="Arial Unicode MS" pitchFamily="34" charset="-128"/>
            </a:endParaRPr>
          </a:p>
          <a:p>
            <a:pPr>
              <a:spcBef>
                <a:spcPts val="600"/>
              </a:spcBef>
            </a:pPr>
            <a:r>
              <a:rPr lang="de-DE" sz="800" kern="1200" noProof="0" dirty="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SAP SE oder ein SAP-Konzernunternehmen nicht gestattet.</a:t>
            </a:r>
          </a:p>
          <a:p>
            <a:pPr>
              <a:spcBef>
                <a:spcPts val="600"/>
              </a:spcBef>
            </a:pPr>
            <a:r>
              <a:rPr lang="de-DE" sz="800" kern="1200" noProof="0" dirty="0">
                <a:solidFill>
                  <a:schemeClr val="tx1"/>
                </a:solidFill>
                <a:effectLst/>
                <a:latin typeface="Arial"/>
                <a:ea typeface="+mn-ea"/>
                <a:cs typeface="+mn-cs"/>
              </a:rPr>
              <a:t>In dieser Publikation enthaltene Informationen können ohne vorherige Ankündigung geändert werden. Die von SAP SE oder deren Vertriebsfirmen angebotenen Softwareprodukte können Softwarekomponenten auch anderer Softwarehersteller enthalten. Produkte können länderspezifische Unterschiede aufweisen.</a:t>
            </a:r>
          </a:p>
          <a:p>
            <a:pPr>
              <a:spcBef>
                <a:spcPts val="600"/>
              </a:spcBef>
            </a:pPr>
            <a:r>
              <a:rPr lang="de-DE" sz="800" kern="1200" noProof="0" dirty="0">
                <a:solidFill>
                  <a:schemeClr val="tx1"/>
                </a:solidFill>
                <a:effectLst/>
                <a:latin typeface="Arial"/>
                <a:ea typeface="+mn-ea"/>
                <a:cs typeface="+mn-cs"/>
              </a:rPr>
              <a:t>Die vorliegenden Unterlagen werden von der SAP SE oder einem SAP-Konzernunternehmen bereitgestellt und dienen ausschließlich zu Informationszwecken. Die SAP SE oder ihre Konzernunternehmen übernehmen keinerlei Haftung oder Gewährleistung für Fehler oder Unvollständigkeiten in dieser Publikation. Die SAP SE 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600"/>
              </a:spcBef>
            </a:pPr>
            <a:r>
              <a:rPr lang="de-DE" sz="800" kern="1200" noProof="0" dirty="0">
                <a:solidFill>
                  <a:schemeClr val="tx1"/>
                </a:solidFill>
                <a:effectLst/>
                <a:latin typeface="Arial"/>
                <a:ea typeface="+mn-ea"/>
                <a:cs typeface="+mn-cs"/>
              </a:rPr>
              <a:t>Insbesondere sind die SAP SE 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die Strategie und etwaige künftige Entwicklungen, Produkte und/oder Plattformen der SAP SE oder ihrer Konzernunternehmen können von der SAP SE oder ihren Konzernunternehmen jederzeit und ohne Angabe von Gründen unangekündigt geändert werden. 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Dem Leser wird empfohlen, diesen vorausschauenden Aussagen kein übertriebenes Vertrauen zu schenken und sich bei Kaufentscheidungen nicht auf sie zu stützen.</a:t>
            </a:r>
          </a:p>
          <a:p>
            <a:pPr>
              <a:spcBef>
                <a:spcPts val="600"/>
              </a:spcBef>
            </a:pPr>
            <a:r>
              <a:rPr lang="de-DE" sz="800" kern="1200" noProof="0" dirty="0">
                <a:solidFill>
                  <a:schemeClr val="tx1"/>
                </a:solidFill>
                <a:effectLst/>
                <a:latin typeface="Arial"/>
                <a:ea typeface="+mn-ea"/>
                <a:cs typeface="+mn-cs"/>
              </a:rPr>
              <a:t>SAP und andere in diesem Dokument erwähnte Produkte und Dienstleistungen von SAP sowie die dazugehörigen Logos sind Marken oder eingetragene Marken der SAP SE (oder von einem SAP-Konzernunternehmen) in Deutschland und verschiedenen anderen Ländern weltweit.</a:t>
            </a:r>
            <a:r>
              <a:rPr lang="de-DE" sz="800" kern="1200" baseline="0" noProof="0" dirty="0">
                <a:solidFill>
                  <a:schemeClr val="tx1"/>
                </a:solidFill>
                <a:effectLst/>
                <a:latin typeface="Arial"/>
                <a:ea typeface="+mn-ea"/>
                <a:cs typeface="+mn-cs"/>
              </a:rPr>
              <a:t> </a:t>
            </a:r>
            <a:r>
              <a:rPr lang="de-DE" sz="800" kern="1200" noProof="0" dirty="0">
                <a:solidFill>
                  <a:schemeClr val="tx1"/>
                </a:solidFill>
                <a:effectLst/>
                <a:latin typeface="Arial"/>
                <a:ea typeface="+mn-ea"/>
                <a:cs typeface="+mn-cs"/>
              </a:rPr>
              <a:t>Alle anderen Namen von Produkten und Dienstleistungen sind Marken der jeweiligen Firmen. </a:t>
            </a:r>
          </a:p>
          <a:p>
            <a:pPr>
              <a:spcBef>
                <a:spcPts val="600"/>
              </a:spcBef>
            </a:pPr>
            <a:r>
              <a:rPr lang="de-DE" sz="800" kern="1200" noProof="0" dirty="0">
                <a:solidFill>
                  <a:schemeClr val="tx1"/>
                </a:solidFill>
                <a:effectLst/>
                <a:latin typeface="Arial"/>
                <a:ea typeface="+mn-ea"/>
                <a:cs typeface="+mn-cs"/>
              </a:rPr>
              <a:t>Zusätzliche Informationen zur Marke und Vermerke finden Sie auf der Seite </a:t>
            </a:r>
            <a:r>
              <a:rPr lang="de-DE" sz="800" kern="1200" noProof="0" dirty="0">
                <a:solidFill>
                  <a:schemeClr val="tx1"/>
                </a:solidFill>
                <a:effectLst/>
                <a:latin typeface="Arial"/>
                <a:ea typeface="+mn-ea"/>
                <a:cs typeface="+mn-cs"/>
                <a:hlinkClick r:id="rId4"/>
              </a:rPr>
              <a:t>www.sap.com/corporate/de/legal/copyright.html</a:t>
            </a:r>
            <a:r>
              <a:rPr lang="de-DE" sz="800" kern="1200" noProof="0" dirty="0">
                <a:solidFill>
                  <a:schemeClr val="tx1"/>
                </a:solidFill>
                <a:effectLst/>
                <a:latin typeface="Arial"/>
                <a:ea typeface="+mn-ea"/>
                <a:cs typeface="+mn-cs"/>
              </a:rPr>
              <a:t>.</a:t>
            </a:r>
          </a:p>
        </p:txBody>
      </p:sp>
      <p:pic>
        <p:nvPicPr>
          <p:cNvPr id="12" name="Linkedin icon with link">
            <a:hlinkClick r:id="rId5"/>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2257489" y="1749960"/>
            <a:ext cx="361809" cy="361809"/>
          </a:xfrm>
          <a:prstGeom prst="rect">
            <a:avLst/>
          </a:prstGeom>
        </p:spPr>
      </p:pic>
      <p:pic>
        <p:nvPicPr>
          <p:cNvPr id="13" name="YouTube icon with link">
            <a:hlinkClick r:id="rId7"/>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1666951" y="1749063"/>
            <a:ext cx="363600" cy="363600"/>
          </a:xfrm>
          <a:prstGeom prst="rect">
            <a:avLst/>
          </a:prstGeom>
        </p:spPr>
      </p:pic>
      <p:pic>
        <p:nvPicPr>
          <p:cNvPr id="14" name="Twitter icon with link">
            <a:hlinkClick r:id="rId9" tooltip="https://twitter.com/sap"/>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1078208" y="1749960"/>
            <a:ext cx="361809" cy="361809"/>
          </a:xfrm>
          <a:prstGeom prst="rect">
            <a:avLst/>
          </a:prstGeom>
        </p:spPr>
      </p:pic>
      <p:pic>
        <p:nvPicPr>
          <p:cNvPr id="15" name="Facebook icon with link">
            <a:hlinkClick r:id="rId11"/>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487670" y="1749063"/>
            <a:ext cx="363600" cy="363600"/>
          </a:xfrm>
          <a:prstGeom prst="rect">
            <a:avLst/>
          </a:prstGeom>
        </p:spPr>
      </p:pic>
      <p:sp>
        <p:nvSpPr>
          <p:cNvPr id="33" name="SAP folgen auf"/>
          <p:cNvSpPr txBox="1"/>
          <p:nvPr userDrawn="1"/>
        </p:nvSpPr>
        <p:spPr bwMode="black">
          <a:xfrm>
            <a:off x="503999" y="1461002"/>
            <a:ext cx="1228549" cy="169277"/>
          </a:xfrm>
          <a:prstGeom prst="rect">
            <a:avLst/>
          </a:prstGeom>
          <a:noFill/>
        </p:spPr>
        <p:txBody>
          <a:bodyPr wrap="square" lIns="0" tIns="0" rIns="0" bIns="0" rtlCol="0" anchor="b">
            <a:noAutofit/>
          </a:bodyPr>
          <a:lstStyle/>
          <a:p>
            <a:pPr marL="0" marR="0" lvl="0" indent="0" algn="l" defTabSz="1088558" rtl="0" eaLnBrk="1" fontAlgn="auto" latinLnBrk="0" hangingPunct="1">
              <a:lnSpc>
                <a:spcPct val="100000"/>
              </a:lnSpc>
              <a:spcBef>
                <a:spcPts val="1200"/>
              </a:spcBef>
              <a:spcAft>
                <a:spcPts val="0"/>
              </a:spcAft>
              <a:buClrTx/>
              <a:buSzTx/>
              <a:buFontTx/>
              <a:buNone/>
              <a:tabLst/>
              <a:defRPr/>
            </a:pPr>
            <a:r>
              <a:rPr lang="de-DE" sz="1100" b="0" kern="1200" noProof="0" dirty="0">
                <a:solidFill>
                  <a:schemeClr val="tx1"/>
                </a:solidFill>
                <a:latin typeface="Arial"/>
                <a:ea typeface="Arial Unicode MS" panose="020B0604020202020204" pitchFamily="34" charset="-128"/>
                <a:cs typeface="+mn-cs"/>
              </a:rPr>
              <a:t>SAP folgen auf</a:t>
            </a:r>
          </a:p>
        </p:txBody>
      </p:sp>
    </p:spTree>
    <p:extLst>
      <p:ext uri="{BB962C8B-B14F-4D97-AF65-F5344CB8AC3E}">
        <p14:creationId xmlns:p14="http://schemas.microsoft.com/office/powerpoint/2010/main" val="510135402"/>
      </p:ext>
    </p:extLst>
  </p:cSld>
  <p:clrMapOvr>
    <a:masterClrMapping/>
  </p:clrMapOvr>
</p:sldLayout>
</file>

<file path=ppt/slideMasters/_rels/slideMaster1.xml.rels><?xml version="1.0" encoding="UTF-8" standalone="yes"?>
<Relationships xmlns="http://schemas.openxmlformats.org/package/2006/relationships"><Relationship Id="rId117" Type="http://schemas.openxmlformats.org/officeDocument/2006/relationships/tags" Target="../tags/tag98.xml"/><Relationship Id="rId21" Type="http://schemas.openxmlformats.org/officeDocument/2006/relationships/tags" Target="../tags/tag2.xml"/><Relationship Id="rId42" Type="http://schemas.openxmlformats.org/officeDocument/2006/relationships/tags" Target="../tags/tag23.xml"/><Relationship Id="rId63" Type="http://schemas.openxmlformats.org/officeDocument/2006/relationships/tags" Target="../tags/tag44.xml"/><Relationship Id="rId84" Type="http://schemas.openxmlformats.org/officeDocument/2006/relationships/tags" Target="../tags/tag65.xml"/><Relationship Id="rId138" Type="http://schemas.openxmlformats.org/officeDocument/2006/relationships/tags" Target="../tags/tag119.xml"/><Relationship Id="rId107" Type="http://schemas.openxmlformats.org/officeDocument/2006/relationships/tags" Target="../tags/tag88.xml"/><Relationship Id="rId11" Type="http://schemas.openxmlformats.org/officeDocument/2006/relationships/slideLayout" Target="../slideLayouts/slideLayout11.xml"/><Relationship Id="rId32" Type="http://schemas.openxmlformats.org/officeDocument/2006/relationships/tags" Target="../tags/tag13.xml"/><Relationship Id="rId37" Type="http://schemas.openxmlformats.org/officeDocument/2006/relationships/tags" Target="../tags/tag18.xml"/><Relationship Id="rId53" Type="http://schemas.openxmlformats.org/officeDocument/2006/relationships/tags" Target="../tags/tag34.xml"/><Relationship Id="rId58" Type="http://schemas.openxmlformats.org/officeDocument/2006/relationships/tags" Target="../tags/tag39.xml"/><Relationship Id="rId74" Type="http://schemas.openxmlformats.org/officeDocument/2006/relationships/tags" Target="../tags/tag55.xml"/><Relationship Id="rId79" Type="http://schemas.openxmlformats.org/officeDocument/2006/relationships/tags" Target="../tags/tag60.xml"/><Relationship Id="rId102" Type="http://schemas.openxmlformats.org/officeDocument/2006/relationships/tags" Target="../tags/tag83.xml"/><Relationship Id="rId123" Type="http://schemas.openxmlformats.org/officeDocument/2006/relationships/tags" Target="../tags/tag104.xml"/><Relationship Id="rId128" Type="http://schemas.openxmlformats.org/officeDocument/2006/relationships/tags" Target="../tags/tag109.xml"/><Relationship Id="rId5" Type="http://schemas.openxmlformats.org/officeDocument/2006/relationships/slideLayout" Target="../slideLayouts/slideLayout5.xml"/><Relationship Id="rId90" Type="http://schemas.openxmlformats.org/officeDocument/2006/relationships/tags" Target="../tags/tag71.xml"/><Relationship Id="rId95" Type="http://schemas.openxmlformats.org/officeDocument/2006/relationships/tags" Target="../tags/tag76.xml"/><Relationship Id="rId22" Type="http://schemas.openxmlformats.org/officeDocument/2006/relationships/tags" Target="../tags/tag3.xml"/><Relationship Id="rId27" Type="http://schemas.openxmlformats.org/officeDocument/2006/relationships/tags" Target="../tags/tag8.xml"/><Relationship Id="rId43" Type="http://schemas.openxmlformats.org/officeDocument/2006/relationships/tags" Target="../tags/tag24.xml"/><Relationship Id="rId48" Type="http://schemas.openxmlformats.org/officeDocument/2006/relationships/tags" Target="../tags/tag29.xml"/><Relationship Id="rId64" Type="http://schemas.openxmlformats.org/officeDocument/2006/relationships/tags" Target="../tags/tag45.xml"/><Relationship Id="rId69" Type="http://schemas.openxmlformats.org/officeDocument/2006/relationships/tags" Target="../tags/tag50.xml"/><Relationship Id="rId113" Type="http://schemas.openxmlformats.org/officeDocument/2006/relationships/tags" Target="../tags/tag94.xml"/><Relationship Id="rId118" Type="http://schemas.openxmlformats.org/officeDocument/2006/relationships/tags" Target="../tags/tag99.xml"/><Relationship Id="rId134" Type="http://schemas.openxmlformats.org/officeDocument/2006/relationships/tags" Target="../tags/tag115.xml"/><Relationship Id="rId139" Type="http://schemas.openxmlformats.org/officeDocument/2006/relationships/tags" Target="../tags/tag120.xml"/><Relationship Id="rId80" Type="http://schemas.openxmlformats.org/officeDocument/2006/relationships/tags" Target="../tags/tag61.xml"/><Relationship Id="rId85" Type="http://schemas.openxmlformats.org/officeDocument/2006/relationships/tags" Target="../tags/tag66.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tags" Target="../tags/tag14.xml"/><Relationship Id="rId38" Type="http://schemas.openxmlformats.org/officeDocument/2006/relationships/tags" Target="../tags/tag19.xml"/><Relationship Id="rId59" Type="http://schemas.openxmlformats.org/officeDocument/2006/relationships/tags" Target="../tags/tag40.xml"/><Relationship Id="rId103" Type="http://schemas.openxmlformats.org/officeDocument/2006/relationships/tags" Target="../tags/tag84.xml"/><Relationship Id="rId108" Type="http://schemas.openxmlformats.org/officeDocument/2006/relationships/tags" Target="../tags/tag89.xml"/><Relationship Id="rId124" Type="http://schemas.openxmlformats.org/officeDocument/2006/relationships/tags" Target="../tags/tag105.xml"/><Relationship Id="rId129" Type="http://schemas.openxmlformats.org/officeDocument/2006/relationships/tags" Target="../tags/tag110.xml"/><Relationship Id="rId54" Type="http://schemas.openxmlformats.org/officeDocument/2006/relationships/tags" Target="../tags/tag35.xml"/><Relationship Id="rId70" Type="http://schemas.openxmlformats.org/officeDocument/2006/relationships/tags" Target="../tags/tag51.xml"/><Relationship Id="rId75" Type="http://schemas.openxmlformats.org/officeDocument/2006/relationships/tags" Target="../tags/tag56.xml"/><Relationship Id="rId91" Type="http://schemas.openxmlformats.org/officeDocument/2006/relationships/tags" Target="../tags/tag72.xml"/><Relationship Id="rId96" Type="http://schemas.openxmlformats.org/officeDocument/2006/relationships/tags" Target="../tags/tag77.xml"/><Relationship Id="rId140" Type="http://schemas.openxmlformats.org/officeDocument/2006/relationships/tags" Target="../tags/tag121.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tags" Target="../tags/tag4.xml"/><Relationship Id="rId28" Type="http://schemas.openxmlformats.org/officeDocument/2006/relationships/tags" Target="../tags/tag9.xml"/><Relationship Id="rId49" Type="http://schemas.openxmlformats.org/officeDocument/2006/relationships/tags" Target="../tags/tag30.xml"/><Relationship Id="rId114" Type="http://schemas.openxmlformats.org/officeDocument/2006/relationships/tags" Target="../tags/tag95.xml"/><Relationship Id="rId119" Type="http://schemas.openxmlformats.org/officeDocument/2006/relationships/tags" Target="../tags/tag100.xml"/><Relationship Id="rId44" Type="http://schemas.openxmlformats.org/officeDocument/2006/relationships/tags" Target="../tags/tag25.xml"/><Relationship Id="rId60" Type="http://schemas.openxmlformats.org/officeDocument/2006/relationships/tags" Target="../tags/tag41.xml"/><Relationship Id="rId65" Type="http://schemas.openxmlformats.org/officeDocument/2006/relationships/tags" Target="../tags/tag46.xml"/><Relationship Id="rId81" Type="http://schemas.openxmlformats.org/officeDocument/2006/relationships/tags" Target="../tags/tag62.xml"/><Relationship Id="rId86" Type="http://schemas.openxmlformats.org/officeDocument/2006/relationships/tags" Target="../tags/tag67.xml"/><Relationship Id="rId130" Type="http://schemas.openxmlformats.org/officeDocument/2006/relationships/tags" Target="../tags/tag111.xml"/><Relationship Id="rId135" Type="http://schemas.openxmlformats.org/officeDocument/2006/relationships/tags" Target="../tags/tag116.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tags" Target="../tags/tag20.xml"/><Relationship Id="rId109" Type="http://schemas.openxmlformats.org/officeDocument/2006/relationships/tags" Target="../tags/tag90.xml"/><Relationship Id="rId34" Type="http://schemas.openxmlformats.org/officeDocument/2006/relationships/tags" Target="../tags/tag15.xml"/><Relationship Id="rId50" Type="http://schemas.openxmlformats.org/officeDocument/2006/relationships/tags" Target="../tags/tag31.xml"/><Relationship Id="rId55" Type="http://schemas.openxmlformats.org/officeDocument/2006/relationships/tags" Target="../tags/tag36.xml"/><Relationship Id="rId76" Type="http://schemas.openxmlformats.org/officeDocument/2006/relationships/tags" Target="../tags/tag57.xml"/><Relationship Id="rId97" Type="http://schemas.openxmlformats.org/officeDocument/2006/relationships/tags" Target="../tags/tag78.xml"/><Relationship Id="rId104" Type="http://schemas.openxmlformats.org/officeDocument/2006/relationships/tags" Target="../tags/tag85.xml"/><Relationship Id="rId120" Type="http://schemas.openxmlformats.org/officeDocument/2006/relationships/tags" Target="../tags/tag101.xml"/><Relationship Id="rId125" Type="http://schemas.openxmlformats.org/officeDocument/2006/relationships/tags" Target="../tags/tag106.xml"/><Relationship Id="rId141" Type="http://schemas.openxmlformats.org/officeDocument/2006/relationships/tags" Target="../tags/tag122.xml"/><Relationship Id="rId7" Type="http://schemas.openxmlformats.org/officeDocument/2006/relationships/slideLayout" Target="../slideLayouts/slideLayout7.xml"/><Relationship Id="rId71" Type="http://schemas.openxmlformats.org/officeDocument/2006/relationships/tags" Target="../tags/tag52.xml"/><Relationship Id="rId92" Type="http://schemas.openxmlformats.org/officeDocument/2006/relationships/tags" Target="../tags/tag73.xml"/><Relationship Id="rId2" Type="http://schemas.openxmlformats.org/officeDocument/2006/relationships/slideLayout" Target="../slideLayouts/slideLayout2.xml"/><Relationship Id="rId29" Type="http://schemas.openxmlformats.org/officeDocument/2006/relationships/tags" Target="../tags/tag10.xml"/><Relationship Id="rId24" Type="http://schemas.openxmlformats.org/officeDocument/2006/relationships/tags" Target="../tags/tag5.xml"/><Relationship Id="rId40" Type="http://schemas.openxmlformats.org/officeDocument/2006/relationships/tags" Target="../tags/tag21.xml"/><Relationship Id="rId45" Type="http://schemas.openxmlformats.org/officeDocument/2006/relationships/tags" Target="../tags/tag26.xml"/><Relationship Id="rId66" Type="http://schemas.openxmlformats.org/officeDocument/2006/relationships/tags" Target="../tags/tag47.xml"/><Relationship Id="rId87" Type="http://schemas.openxmlformats.org/officeDocument/2006/relationships/tags" Target="../tags/tag68.xml"/><Relationship Id="rId110" Type="http://schemas.openxmlformats.org/officeDocument/2006/relationships/tags" Target="../tags/tag91.xml"/><Relationship Id="rId115" Type="http://schemas.openxmlformats.org/officeDocument/2006/relationships/tags" Target="../tags/tag96.xml"/><Relationship Id="rId131" Type="http://schemas.openxmlformats.org/officeDocument/2006/relationships/tags" Target="../tags/tag112.xml"/><Relationship Id="rId136" Type="http://schemas.openxmlformats.org/officeDocument/2006/relationships/tags" Target="../tags/tag117.xml"/><Relationship Id="rId61" Type="http://schemas.openxmlformats.org/officeDocument/2006/relationships/tags" Target="../tags/tag42.xml"/><Relationship Id="rId82" Type="http://schemas.openxmlformats.org/officeDocument/2006/relationships/tags" Target="../tags/tag63.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tags" Target="../tags/tag11.xml"/><Relationship Id="rId35" Type="http://schemas.openxmlformats.org/officeDocument/2006/relationships/tags" Target="../tags/tag16.xml"/><Relationship Id="rId56" Type="http://schemas.openxmlformats.org/officeDocument/2006/relationships/tags" Target="../tags/tag37.xml"/><Relationship Id="rId77" Type="http://schemas.openxmlformats.org/officeDocument/2006/relationships/tags" Target="../tags/tag58.xml"/><Relationship Id="rId100" Type="http://schemas.openxmlformats.org/officeDocument/2006/relationships/tags" Target="../tags/tag81.xml"/><Relationship Id="rId105" Type="http://schemas.openxmlformats.org/officeDocument/2006/relationships/tags" Target="../tags/tag86.xml"/><Relationship Id="rId126" Type="http://schemas.openxmlformats.org/officeDocument/2006/relationships/tags" Target="../tags/tag107.xml"/><Relationship Id="rId8" Type="http://schemas.openxmlformats.org/officeDocument/2006/relationships/slideLayout" Target="../slideLayouts/slideLayout8.xml"/><Relationship Id="rId51" Type="http://schemas.openxmlformats.org/officeDocument/2006/relationships/tags" Target="../tags/tag32.xml"/><Relationship Id="rId72" Type="http://schemas.openxmlformats.org/officeDocument/2006/relationships/tags" Target="../tags/tag53.xml"/><Relationship Id="rId93" Type="http://schemas.openxmlformats.org/officeDocument/2006/relationships/tags" Target="../tags/tag74.xml"/><Relationship Id="rId98" Type="http://schemas.openxmlformats.org/officeDocument/2006/relationships/tags" Target="../tags/tag79.xml"/><Relationship Id="rId121" Type="http://schemas.openxmlformats.org/officeDocument/2006/relationships/tags" Target="../tags/tag102.xml"/><Relationship Id="rId142" Type="http://schemas.openxmlformats.org/officeDocument/2006/relationships/tags" Target="../tags/tag123.xml"/><Relationship Id="rId3" Type="http://schemas.openxmlformats.org/officeDocument/2006/relationships/slideLayout" Target="../slideLayouts/slideLayout3.xml"/><Relationship Id="rId25" Type="http://schemas.openxmlformats.org/officeDocument/2006/relationships/tags" Target="../tags/tag6.xml"/><Relationship Id="rId46" Type="http://schemas.openxmlformats.org/officeDocument/2006/relationships/tags" Target="../tags/tag27.xml"/><Relationship Id="rId67" Type="http://schemas.openxmlformats.org/officeDocument/2006/relationships/tags" Target="../tags/tag48.xml"/><Relationship Id="rId116" Type="http://schemas.openxmlformats.org/officeDocument/2006/relationships/tags" Target="../tags/tag97.xml"/><Relationship Id="rId137" Type="http://schemas.openxmlformats.org/officeDocument/2006/relationships/tags" Target="../tags/tag118.xml"/><Relationship Id="rId20" Type="http://schemas.openxmlformats.org/officeDocument/2006/relationships/theme" Target="../theme/theme1.xml"/><Relationship Id="rId41" Type="http://schemas.openxmlformats.org/officeDocument/2006/relationships/tags" Target="../tags/tag22.xml"/><Relationship Id="rId62" Type="http://schemas.openxmlformats.org/officeDocument/2006/relationships/tags" Target="../tags/tag43.xml"/><Relationship Id="rId83" Type="http://schemas.openxmlformats.org/officeDocument/2006/relationships/tags" Target="../tags/tag64.xml"/><Relationship Id="rId88" Type="http://schemas.openxmlformats.org/officeDocument/2006/relationships/tags" Target="../tags/tag69.xml"/><Relationship Id="rId111" Type="http://schemas.openxmlformats.org/officeDocument/2006/relationships/tags" Target="../tags/tag92.xml"/><Relationship Id="rId132" Type="http://schemas.openxmlformats.org/officeDocument/2006/relationships/tags" Target="../tags/tag113.xml"/><Relationship Id="rId15" Type="http://schemas.openxmlformats.org/officeDocument/2006/relationships/slideLayout" Target="../slideLayouts/slideLayout15.xml"/><Relationship Id="rId36" Type="http://schemas.openxmlformats.org/officeDocument/2006/relationships/tags" Target="../tags/tag17.xml"/><Relationship Id="rId57" Type="http://schemas.openxmlformats.org/officeDocument/2006/relationships/tags" Target="../tags/tag38.xml"/><Relationship Id="rId106" Type="http://schemas.openxmlformats.org/officeDocument/2006/relationships/tags" Target="../tags/tag87.xml"/><Relationship Id="rId127" Type="http://schemas.openxmlformats.org/officeDocument/2006/relationships/tags" Target="../tags/tag108.xml"/><Relationship Id="rId10" Type="http://schemas.openxmlformats.org/officeDocument/2006/relationships/slideLayout" Target="../slideLayouts/slideLayout10.xml"/><Relationship Id="rId31" Type="http://schemas.openxmlformats.org/officeDocument/2006/relationships/tags" Target="../tags/tag12.xml"/><Relationship Id="rId52" Type="http://schemas.openxmlformats.org/officeDocument/2006/relationships/tags" Target="../tags/tag33.xml"/><Relationship Id="rId73" Type="http://schemas.openxmlformats.org/officeDocument/2006/relationships/tags" Target="../tags/tag54.xml"/><Relationship Id="rId78" Type="http://schemas.openxmlformats.org/officeDocument/2006/relationships/tags" Target="../tags/tag59.xml"/><Relationship Id="rId94" Type="http://schemas.openxmlformats.org/officeDocument/2006/relationships/tags" Target="../tags/tag75.xml"/><Relationship Id="rId99" Type="http://schemas.openxmlformats.org/officeDocument/2006/relationships/tags" Target="../tags/tag80.xml"/><Relationship Id="rId101" Type="http://schemas.openxmlformats.org/officeDocument/2006/relationships/tags" Target="../tags/tag82.xml"/><Relationship Id="rId122" Type="http://schemas.openxmlformats.org/officeDocument/2006/relationships/tags" Target="../tags/tag103.xml"/><Relationship Id="rId143" Type="http://schemas.openxmlformats.org/officeDocument/2006/relationships/tags" Target="../tags/tag124.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ags" Target="../tags/tag7.xml"/><Relationship Id="rId47" Type="http://schemas.openxmlformats.org/officeDocument/2006/relationships/tags" Target="../tags/tag28.xml"/><Relationship Id="rId68" Type="http://schemas.openxmlformats.org/officeDocument/2006/relationships/tags" Target="../tags/tag49.xml"/><Relationship Id="rId89" Type="http://schemas.openxmlformats.org/officeDocument/2006/relationships/tags" Target="../tags/tag70.xml"/><Relationship Id="rId112" Type="http://schemas.openxmlformats.org/officeDocument/2006/relationships/tags" Target="../tags/tag93.xml"/><Relationship Id="rId133" Type="http://schemas.openxmlformats.org/officeDocument/2006/relationships/tags" Target="../tags/tag114.xml"/><Relationship Id="rId16" Type="http://schemas.openxmlformats.org/officeDocument/2006/relationships/slideLayout" Target="../slideLayouts/slideLayout16.xml"/></Relationships>
</file>

<file path=ppt/slideMasters/_rels/slideMaster2.xml.rels><?xml version="1.0" encoding="UTF-8" standalone="yes"?>
<Relationships xmlns="http://schemas.openxmlformats.org/package/2006/relationships"><Relationship Id="rId117" Type="http://schemas.openxmlformats.org/officeDocument/2006/relationships/tags" Target="../tags/tag221.xml"/><Relationship Id="rId21" Type="http://schemas.openxmlformats.org/officeDocument/2006/relationships/tags" Target="../tags/tag125.xml"/><Relationship Id="rId42" Type="http://schemas.openxmlformats.org/officeDocument/2006/relationships/tags" Target="../tags/tag146.xml"/><Relationship Id="rId63" Type="http://schemas.openxmlformats.org/officeDocument/2006/relationships/tags" Target="../tags/tag167.xml"/><Relationship Id="rId84" Type="http://schemas.openxmlformats.org/officeDocument/2006/relationships/tags" Target="../tags/tag188.xml"/><Relationship Id="rId138" Type="http://schemas.openxmlformats.org/officeDocument/2006/relationships/tags" Target="../tags/tag242.xml"/><Relationship Id="rId107" Type="http://schemas.openxmlformats.org/officeDocument/2006/relationships/tags" Target="../tags/tag211.xml"/><Relationship Id="rId11" Type="http://schemas.openxmlformats.org/officeDocument/2006/relationships/slideLayout" Target="../slideLayouts/slideLayout30.xml"/><Relationship Id="rId32" Type="http://schemas.openxmlformats.org/officeDocument/2006/relationships/tags" Target="../tags/tag136.xml"/><Relationship Id="rId37" Type="http://schemas.openxmlformats.org/officeDocument/2006/relationships/tags" Target="../tags/tag141.xml"/><Relationship Id="rId53" Type="http://schemas.openxmlformats.org/officeDocument/2006/relationships/tags" Target="../tags/tag157.xml"/><Relationship Id="rId58" Type="http://schemas.openxmlformats.org/officeDocument/2006/relationships/tags" Target="../tags/tag162.xml"/><Relationship Id="rId74" Type="http://schemas.openxmlformats.org/officeDocument/2006/relationships/tags" Target="../tags/tag178.xml"/><Relationship Id="rId79" Type="http://schemas.openxmlformats.org/officeDocument/2006/relationships/tags" Target="../tags/tag183.xml"/><Relationship Id="rId102" Type="http://schemas.openxmlformats.org/officeDocument/2006/relationships/tags" Target="../tags/tag206.xml"/><Relationship Id="rId123" Type="http://schemas.openxmlformats.org/officeDocument/2006/relationships/tags" Target="../tags/tag227.xml"/><Relationship Id="rId128" Type="http://schemas.openxmlformats.org/officeDocument/2006/relationships/tags" Target="../tags/tag232.xml"/><Relationship Id="rId5" Type="http://schemas.openxmlformats.org/officeDocument/2006/relationships/slideLayout" Target="../slideLayouts/slideLayout24.xml"/><Relationship Id="rId90" Type="http://schemas.openxmlformats.org/officeDocument/2006/relationships/tags" Target="../tags/tag194.xml"/><Relationship Id="rId95" Type="http://schemas.openxmlformats.org/officeDocument/2006/relationships/tags" Target="../tags/tag199.xml"/><Relationship Id="rId22" Type="http://schemas.openxmlformats.org/officeDocument/2006/relationships/tags" Target="../tags/tag126.xml"/><Relationship Id="rId27" Type="http://schemas.openxmlformats.org/officeDocument/2006/relationships/tags" Target="../tags/tag131.xml"/><Relationship Id="rId43" Type="http://schemas.openxmlformats.org/officeDocument/2006/relationships/tags" Target="../tags/tag147.xml"/><Relationship Id="rId48" Type="http://schemas.openxmlformats.org/officeDocument/2006/relationships/tags" Target="../tags/tag152.xml"/><Relationship Id="rId64" Type="http://schemas.openxmlformats.org/officeDocument/2006/relationships/tags" Target="../tags/tag168.xml"/><Relationship Id="rId69" Type="http://schemas.openxmlformats.org/officeDocument/2006/relationships/tags" Target="../tags/tag173.xml"/><Relationship Id="rId113" Type="http://schemas.openxmlformats.org/officeDocument/2006/relationships/tags" Target="../tags/tag217.xml"/><Relationship Id="rId118" Type="http://schemas.openxmlformats.org/officeDocument/2006/relationships/tags" Target="../tags/tag222.xml"/><Relationship Id="rId134" Type="http://schemas.openxmlformats.org/officeDocument/2006/relationships/tags" Target="../tags/tag238.xml"/><Relationship Id="rId139" Type="http://schemas.openxmlformats.org/officeDocument/2006/relationships/tags" Target="../tags/tag243.xml"/><Relationship Id="rId80" Type="http://schemas.openxmlformats.org/officeDocument/2006/relationships/tags" Target="../tags/tag184.xml"/><Relationship Id="rId85" Type="http://schemas.openxmlformats.org/officeDocument/2006/relationships/tags" Target="../tags/tag189.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33" Type="http://schemas.openxmlformats.org/officeDocument/2006/relationships/tags" Target="../tags/tag137.xml"/><Relationship Id="rId38" Type="http://schemas.openxmlformats.org/officeDocument/2006/relationships/tags" Target="../tags/tag142.xml"/><Relationship Id="rId59" Type="http://schemas.openxmlformats.org/officeDocument/2006/relationships/tags" Target="../tags/tag163.xml"/><Relationship Id="rId103" Type="http://schemas.openxmlformats.org/officeDocument/2006/relationships/tags" Target="../tags/tag207.xml"/><Relationship Id="rId108" Type="http://schemas.openxmlformats.org/officeDocument/2006/relationships/tags" Target="../tags/tag212.xml"/><Relationship Id="rId124" Type="http://schemas.openxmlformats.org/officeDocument/2006/relationships/tags" Target="../tags/tag228.xml"/><Relationship Id="rId129" Type="http://schemas.openxmlformats.org/officeDocument/2006/relationships/tags" Target="../tags/tag233.xml"/><Relationship Id="rId54" Type="http://schemas.openxmlformats.org/officeDocument/2006/relationships/tags" Target="../tags/tag158.xml"/><Relationship Id="rId70" Type="http://schemas.openxmlformats.org/officeDocument/2006/relationships/tags" Target="../tags/tag174.xml"/><Relationship Id="rId75" Type="http://schemas.openxmlformats.org/officeDocument/2006/relationships/tags" Target="../tags/tag179.xml"/><Relationship Id="rId91" Type="http://schemas.openxmlformats.org/officeDocument/2006/relationships/tags" Target="../tags/tag195.xml"/><Relationship Id="rId96" Type="http://schemas.openxmlformats.org/officeDocument/2006/relationships/tags" Target="../tags/tag200.xml"/><Relationship Id="rId140" Type="http://schemas.openxmlformats.org/officeDocument/2006/relationships/tags" Target="../tags/tag244.xml"/><Relationship Id="rId1" Type="http://schemas.openxmlformats.org/officeDocument/2006/relationships/slideLayout" Target="../slideLayouts/slideLayout20.xml"/><Relationship Id="rId6" Type="http://schemas.openxmlformats.org/officeDocument/2006/relationships/slideLayout" Target="../slideLayouts/slideLayout25.xml"/><Relationship Id="rId23" Type="http://schemas.openxmlformats.org/officeDocument/2006/relationships/tags" Target="../tags/tag127.xml"/><Relationship Id="rId28" Type="http://schemas.openxmlformats.org/officeDocument/2006/relationships/tags" Target="../tags/tag132.xml"/><Relationship Id="rId49" Type="http://schemas.openxmlformats.org/officeDocument/2006/relationships/tags" Target="../tags/tag153.xml"/><Relationship Id="rId114" Type="http://schemas.openxmlformats.org/officeDocument/2006/relationships/tags" Target="../tags/tag218.xml"/><Relationship Id="rId119" Type="http://schemas.openxmlformats.org/officeDocument/2006/relationships/tags" Target="../tags/tag223.xml"/><Relationship Id="rId44" Type="http://schemas.openxmlformats.org/officeDocument/2006/relationships/tags" Target="../tags/tag148.xml"/><Relationship Id="rId60" Type="http://schemas.openxmlformats.org/officeDocument/2006/relationships/tags" Target="../tags/tag164.xml"/><Relationship Id="rId65" Type="http://schemas.openxmlformats.org/officeDocument/2006/relationships/tags" Target="../tags/tag169.xml"/><Relationship Id="rId81" Type="http://schemas.openxmlformats.org/officeDocument/2006/relationships/tags" Target="../tags/tag185.xml"/><Relationship Id="rId86" Type="http://schemas.openxmlformats.org/officeDocument/2006/relationships/tags" Target="../tags/tag190.xml"/><Relationship Id="rId130" Type="http://schemas.openxmlformats.org/officeDocument/2006/relationships/tags" Target="../tags/tag234.xml"/><Relationship Id="rId135" Type="http://schemas.openxmlformats.org/officeDocument/2006/relationships/tags" Target="../tags/tag239.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9" Type="http://schemas.openxmlformats.org/officeDocument/2006/relationships/tags" Target="../tags/tag143.xml"/><Relationship Id="rId109" Type="http://schemas.openxmlformats.org/officeDocument/2006/relationships/tags" Target="../tags/tag213.xml"/><Relationship Id="rId34" Type="http://schemas.openxmlformats.org/officeDocument/2006/relationships/tags" Target="../tags/tag138.xml"/><Relationship Id="rId50" Type="http://schemas.openxmlformats.org/officeDocument/2006/relationships/tags" Target="../tags/tag154.xml"/><Relationship Id="rId55" Type="http://schemas.openxmlformats.org/officeDocument/2006/relationships/tags" Target="../tags/tag159.xml"/><Relationship Id="rId76" Type="http://schemas.openxmlformats.org/officeDocument/2006/relationships/tags" Target="../tags/tag180.xml"/><Relationship Id="rId97" Type="http://schemas.openxmlformats.org/officeDocument/2006/relationships/tags" Target="../tags/tag201.xml"/><Relationship Id="rId104" Type="http://schemas.openxmlformats.org/officeDocument/2006/relationships/tags" Target="../tags/tag208.xml"/><Relationship Id="rId120" Type="http://schemas.openxmlformats.org/officeDocument/2006/relationships/tags" Target="../tags/tag224.xml"/><Relationship Id="rId125" Type="http://schemas.openxmlformats.org/officeDocument/2006/relationships/tags" Target="../tags/tag229.xml"/><Relationship Id="rId141" Type="http://schemas.openxmlformats.org/officeDocument/2006/relationships/tags" Target="../tags/tag245.xml"/><Relationship Id="rId7" Type="http://schemas.openxmlformats.org/officeDocument/2006/relationships/slideLayout" Target="../slideLayouts/slideLayout26.xml"/><Relationship Id="rId71" Type="http://schemas.openxmlformats.org/officeDocument/2006/relationships/tags" Target="../tags/tag175.xml"/><Relationship Id="rId92" Type="http://schemas.openxmlformats.org/officeDocument/2006/relationships/tags" Target="../tags/tag196.xml"/><Relationship Id="rId2" Type="http://schemas.openxmlformats.org/officeDocument/2006/relationships/slideLayout" Target="../slideLayouts/slideLayout21.xml"/><Relationship Id="rId29" Type="http://schemas.openxmlformats.org/officeDocument/2006/relationships/tags" Target="../tags/tag133.xml"/><Relationship Id="rId24" Type="http://schemas.openxmlformats.org/officeDocument/2006/relationships/tags" Target="../tags/tag128.xml"/><Relationship Id="rId40" Type="http://schemas.openxmlformats.org/officeDocument/2006/relationships/tags" Target="../tags/tag144.xml"/><Relationship Id="rId45" Type="http://schemas.openxmlformats.org/officeDocument/2006/relationships/tags" Target="../tags/tag149.xml"/><Relationship Id="rId66" Type="http://schemas.openxmlformats.org/officeDocument/2006/relationships/tags" Target="../tags/tag170.xml"/><Relationship Id="rId87" Type="http://schemas.openxmlformats.org/officeDocument/2006/relationships/tags" Target="../tags/tag191.xml"/><Relationship Id="rId110" Type="http://schemas.openxmlformats.org/officeDocument/2006/relationships/tags" Target="../tags/tag214.xml"/><Relationship Id="rId115" Type="http://schemas.openxmlformats.org/officeDocument/2006/relationships/tags" Target="../tags/tag219.xml"/><Relationship Id="rId131" Type="http://schemas.openxmlformats.org/officeDocument/2006/relationships/tags" Target="../tags/tag235.xml"/><Relationship Id="rId136" Type="http://schemas.openxmlformats.org/officeDocument/2006/relationships/tags" Target="../tags/tag240.xml"/><Relationship Id="rId61" Type="http://schemas.openxmlformats.org/officeDocument/2006/relationships/tags" Target="../tags/tag165.xml"/><Relationship Id="rId82" Type="http://schemas.openxmlformats.org/officeDocument/2006/relationships/tags" Target="../tags/tag186.xml"/><Relationship Id="rId19" Type="http://schemas.openxmlformats.org/officeDocument/2006/relationships/slideLayout" Target="../slideLayouts/slideLayout38.xml"/><Relationship Id="rId14" Type="http://schemas.openxmlformats.org/officeDocument/2006/relationships/slideLayout" Target="../slideLayouts/slideLayout33.xml"/><Relationship Id="rId30" Type="http://schemas.openxmlformats.org/officeDocument/2006/relationships/tags" Target="../tags/tag134.xml"/><Relationship Id="rId35" Type="http://schemas.openxmlformats.org/officeDocument/2006/relationships/tags" Target="../tags/tag139.xml"/><Relationship Id="rId56" Type="http://schemas.openxmlformats.org/officeDocument/2006/relationships/tags" Target="../tags/tag160.xml"/><Relationship Id="rId77" Type="http://schemas.openxmlformats.org/officeDocument/2006/relationships/tags" Target="../tags/tag181.xml"/><Relationship Id="rId100" Type="http://schemas.openxmlformats.org/officeDocument/2006/relationships/tags" Target="../tags/tag204.xml"/><Relationship Id="rId105" Type="http://schemas.openxmlformats.org/officeDocument/2006/relationships/tags" Target="../tags/tag209.xml"/><Relationship Id="rId126" Type="http://schemas.openxmlformats.org/officeDocument/2006/relationships/tags" Target="../tags/tag230.xml"/><Relationship Id="rId8" Type="http://schemas.openxmlformats.org/officeDocument/2006/relationships/slideLayout" Target="../slideLayouts/slideLayout27.xml"/><Relationship Id="rId51" Type="http://schemas.openxmlformats.org/officeDocument/2006/relationships/tags" Target="../tags/tag155.xml"/><Relationship Id="rId72" Type="http://schemas.openxmlformats.org/officeDocument/2006/relationships/tags" Target="../tags/tag176.xml"/><Relationship Id="rId93" Type="http://schemas.openxmlformats.org/officeDocument/2006/relationships/tags" Target="../tags/tag197.xml"/><Relationship Id="rId98" Type="http://schemas.openxmlformats.org/officeDocument/2006/relationships/tags" Target="../tags/tag202.xml"/><Relationship Id="rId121" Type="http://schemas.openxmlformats.org/officeDocument/2006/relationships/tags" Target="../tags/tag225.xml"/><Relationship Id="rId142" Type="http://schemas.openxmlformats.org/officeDocument/2006/relationships/tags" Target="../tags/tag246.xml"/><Relationship Id="rId3" Type="http://schemas.openxmlformats.org/officeDocument/2006/relationships/slideLayout" Target="../slideLayouts/slideLayout22.xml"/><Relationship Id="rId25" Type="http://schemas.openxmlformats.org/officeDocument/2006/relationships/tags" Target="../tags/tag129.xml"/><Relationship Id="rId46" Type="http://schemas.openxmlformats.org/officeDocument/2006/relationships/tags" Target="../tags/tag150.xml"/><Relationship Id="rId67" Type="http://schemas.openxmlformats.org/officeDocument/2006/relationships/tags" Target="../tags/tag171.xml"/><Relationship Id="rId116" Type="http://schemas.openxmlformats.org/officeDocument/2006/relationships/tags" Target="../tags/tag220.xml"/><Relationship Id="rId137" Type="http://schemas.openxmlformats.org/officeDocument/2006/relationships/tags" Target="../tags/tag241.xml"/><Relationship Id="rId20" Type="http://schemas.openxmlformats.org/officeDocument/2006/relationships/theme" Target="../theme/theme2.xml"/><Relationship Id="rId41" Type="http://schemas.openxmlformats.org/officeDocument/2006/relationships/tags" Target="../tags/tag145.xml"/><Relationship Id="rId62" Type="http://schemas.openxmlformats.org/officeDocument/2006/relationships/tags" Target="../tags/tag166.xml"/><Relationship Id="rId83" Type="http://schemas.openxmlformats.org/officeDocument/2006/relationships/tags" Target="../tags/tag187.xml"/><Relationship Id="rId88" Type="http://schemas.openxmlformats.org/officeDocument/2006/relationships/tags" Target="../tags/tag192.xml"/><Relationship Id="rId111" Type="http://schemas.openxmlformats.org/officeDocument/2006/relationships/tags" Target="../tags/tag215.xml"/><Relationship Id="rId132" Type="http://schemas.openxmlformats.org/officeDocument/2006/relationships/tags" Target="../tags/tag236.xml"/><Relationship Id="rId15" Type="http://schemas.openxmlformats.org/officeDocument/2006/relationships/slideLayout" Target="../slideLayouts/slideLayout34.xml"/><Relationship Id="rId36" Type="http://schemas.openxmlformats.org/officeDocument/2006/relationships/tags" Target="../tags/tag140.xml"/><Relationship Id="rId57" Type="http://schemas.openxmlformats.org/officeDocument/2006/relationships/tags" Target="../tags/tag161.xml"/><Relationship Id="rId106" Type="http://schemas.openxmlformats.org/officeDocument/2006/relationships/tags" Target="../tags/tag210.xml"/><Relationship Id="rId127" Type="http://schemas.openxmlformats.org/officeDocument/2006/relationships/tags" Target="../tags/tag231.xml"/><Relationship Id="rId10" Type="http://schemas.openxmlformats.org/officeDocument/2006/relationships/slideLayout" Target="../slideLayouts/slideLayout29.xml"/><Relationship Id="rId31" Type="http://schemas.openxmlformats.org/officeDocument/2006/relationships/tags" Target="../tags/tag135.xml"/><Relationship Id="rId52" Type="http://schemas.openxmlformats.org/officeDocument/2006/relationships/tags" Target="../tags/tag156.xml"/><Relationship Id="rId73" Type="http://schemas.openxmlformats.org/officeDocument/2006/relationships/tags" Target="../tags/tag177.xml"/><Relationship Id="rId78" Type="http://schemas.openxmlformats.org/officeDocument/2006/relationships/tags" Target="../tags/tag182.xml"/><Relationship Id="rId94" Type="http://schemas.openxmlformats.org/officeDocument/2006/relationships/tags" Target="../tags/tag198.xml"/><Relationship Id="rId99" Type="http://schemas.openxmlformats.org/officeDocument/2006/relationships/tags" Target="../tags/tag203.xml"/><Relationship Id="rId101" Type="http://schemas.openxmlformats.org/officeDocument/2006/relationships/tags" Target="../tags/tag205.xml"/><Relationship Id="rId122" Type="http://schemas.openxmlformats.org/officeDocument/2006/relationships/tags" Target="../tags/tag226.xml"/><Relationship Id="rId143" Type="http://schemas.openxmlformats.org/officeDocument/2006/relationships/tags" Target="../tags/tag247.xml"/><Relationship Id="rId4" Type="http://schemas.openxmlformats.org/officeDocument/2006/relationships/slideLayout" Target="../slideLayouts/slideLayout23.xml"/><Relationship Id="rId9" Type="http://schemas.openxmlformats.org/officeDocument/2006/relationships/slideLayout" Target="../slideLayouts/slideLayout28.xml"/><Relationship Id="rId26" Type="http://schemas.openxmlformats.org/officeDocument/2006/relationships/tags" Target="../tags/tag130.xml"/><Relationship Id="rId47" Type="http://schemas.openxmlformats.org/officeDocument/2006/relationships/tags" Target="../tags/tag151.xml"/><Relationship Id="rId68" Type="http://schemas.openxmlformats.org/officeDocument/2006/relationships/tags" Target="../tags/tag172.xml"/><Relationship Id="rId89" Type="http://schemas.openxmlformats.org/officeDocument/2006/relationships/tags" Target="../tags/tag193.xml"/><Relationship Id="rId112" Type="http://schemas.openxmlformats.org/officeDocument/2006/relationships/tags" Target="../tags/tag216.xml"/><Relationship Id="rId133" Type="http://schemas.openxmlformats.org/officeDocument/2006/relationships/tags" Target="../tags/tag237.xml"/><Relationship Id="rId16"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26" Type="http://schemas.openxmlformats.org/officeDocument/2006/relationships/tags" Target="../tags/tag269.xml"/><Relationship Id="rId117" Type="http://schemas.openxmlformats.org/officeDocument/2006/relationships/tags" Target="../tags/tag360.xml"/><Relationship Id="rId21" Type="http://schemas.openxmlformats.org/officeDocument/2006/relationships/tags" Target="../tags/tag264.xml"/><Relationship Id="rId42" Type="http://schemas.openxmlformats.org/officeDocument/2006/relationships/tags" Target="../tags/tag285.xml"/><Relationship Id="rId47" Type="http://schemas.openxmlformats.org/officeDocument/2006/relationships/tags" Target="../tags/tag290.xml"/><Relationship Id="rId63" Type="http://schemas.openxmlformats.org/officeDocument/2006/relationships/tags" Target="../tags/tag306.xml"/><Relationship Id="rId68" Type="http://schemas.openxmlformats.org/officeDocument/2006/relationships/tags" Target="../tags/tag311.xml"/><Relationship Id="rId84" Type="http://schemas.openxmlformats.org/officeDocument/2006/relationships/tags" Target="../tags/tag327.xml"/><Relationship Id="rId89" Type="http://schemas.openxmlformats.org/officeDocument/2006/relationships/tags" Target="../tags/tag332.xml"/><Relationship Id="rId112" Type="http://schemas.openxmlformats.org/officeDocument/2006/relationships/tags" Target="../tags/tag355.xml"/><Relationship Id="rId16" Type="http://schemas.openxmlformats.org/officeDocument/2006/relationships/tags" Target="../tags/tag259.xml"/><Relationship Id="rId107" Type="http://schemas.openxmlformats.org/officeDocument/2006/relationships/tags" Target="../tags/tag350.xml"/><Relationship Id="rId11" Type="http://schemas.openxmlformats.org/officeDocument/2006/relationships/tags" Target="../tags/tag254.xml"/><Relationship Id="rId32" Type="http://schemas.openxmlformats.org/officeDocument/2006/relationships/tags" Target="../tags/tag275.xml"/><Relationship Id="rId37" Type="http://schemas.openxmlformats.org/officeDocument/2006/relationships/tags" Target="../tags/tag280.xml"/><Relationship Id="rId53" Type="http://schemas.openxmlformats.org/officeDocument/2006/relationships/tags" Target="../tags/tag296.xml"/><Relationship Id="rId58" Type="http://schemas.openxmlformats.org/officeDocument/2006/relationships/tags" Target="../tags/tag301.xml"/><Relationship Id="rId74" Type="http://schemas.openxmlformats.org/officeDocument/2006/relationships/tags" Target="../tags/tag317.xml"/><Relationship Id="rId79" Type="http://schemas.openxmlformats.org/officeDocument/2006/relationships/tags" Target="../tags/tag322.xml"/><Relationship Id="rId102" Type="http://schemas.openxmlformats.org/officeDocument/2006/relationships/tags" Target="../tags/tag345.xml"/><Relationship Id="rId123" Type="http://schemas.openxmlformats.org/officeDocument/2006/relationships/tags" Target="../tags/tag366.xml"/><Relationship Id="rId5" Type="http://schemas.openxmlformats.org/officeDocument/2006/relationships/tags" Target="../tags/tag248.xml"/><Relationship Id="rId90" Type="http://schemas.openxmlformats.org/officeDocument/2006/relationships/tags" Target="../tags/tag333.xml"/><Relationship Id="rId95" Type="http://schemas.openxmlformats.org/officeDocument/2006/relationships/tags" Target="../tags/tag338.xml"/><Relationship Id="rId22" Type="http://schemas.openxmlformats.org/officeDocument/2006/relationships/tags" Target="../tags/tag265.xml"/><Relationship Id="rId27" Type="http://schemas.openxmlformats.org/officeDocument/2006/relationships/tags" Target="../tags/tag270.xml"/><Relationship Id="rId43" Type="http://schemas.openxmlformats.org/officeDocument/2006/relationships/tags" Target="../tags/tag286.xml"/><Relationship Id="rId48" Type="http://schemas.openxmlformats.org/officeDocument/2006/relationships/tags" Target="../tags/tag291.xml"/><Relationship Id="rId64" Type="http://schemas.openxmlformats.org/officeDocument/2006/relationships/tags" Target="../tags/tag307.xml"/><Relationship Id="rId69" Type="http://schemas.openxmlformats.org/officeDocument/2006/relationships/tags" Target="../tags/tag312.xml"/><Relationship Id="rId113" Type="http://schemas.openxmlformats.org/officeDocument/2006/relationships/tags" Target="../tags/tag356.xml"/><Relationship Id="rId118" Type="http://schemas.openxmlformats.org/officeDocument/2006/relationships/tags" Target="../tags/tag361.xml"/><Relationship Id="rId80" Type="http://schemas.openxmlformats.org/officeDocument/2006/relationships/tags" Target="../tags/tag323.xml"/><Relationship Id="rId85" Type="http://schemas.openxmlformats.org/officeDocument/2006/relationships/tags" Target="../tags/tag328.xml"/><Relationship Id="rId12" Type="http://schemas.openxmlformats.org/officeDocument/2006/relationships/tags" Target="../tags/tag255.xml"/><Relationship Id="rId17" Type="http://schemas.openxmlformats.org/officeDocument/2006/relationships/tags" Target="../tags/tag260.xml"/><Relationship Id="rId33" Type="http://schemas.openxmlformats.org/officeDocument/2006/relationships/tags" Target="../tags/tag276.xml"/><Relationship Id="rId38" Type="http://schemas.openxmlformats.org/officeDocument/2006/relationships/tags" Target="../tags/tag281.xml"/><Relationship Id="rId59" Type="http://schemas.openxmlformats.org/officeDocument/2006/relationships/tags" Target="../tags/tag302.xml"/><Relationship Id="rId103" Type="http://schemas.openxmlformats.org/officeDocument/2006/relationships/tags" Target="../tags/tag346.xml"/><Relationship Id="rId108" Type="http://schemas.openxmlformats.org/officeDocument/2006/relationships/tags" Target="../tags/tag351.xml"/><Relationship Id="rId124" Type="http://schemas.openxmlformats.org/officeDocument/2006/relationships/tags" Target="../tags/tag367.xml"/><Relationship Id="rId54" Type="http://schemas.openxmlformats.org/officeDocument/2006/relationships/tags" Target="../tags/tag297.xml"/><Relationship Id="rId70" Type="http://schemas.openxmlformats.org/officeDocument/2006/relationships/tags" Target="../tags/tag313.xml"/><Relationship Id="rId75" Type="http://schemas.openxmlformats.org/officeDocument/2006/relationships/tags" Target="../tags/tag318.xml"/><Relationship Id="rId91" Type="http://schemas.openxmlformats.org/officeDocument/2006/relationships/tags" Target="../tags/tag334.xml"/><Relationship Id="rId96" Type="http://schemas.openxmlformats.org/officeDocument/2006/relationships/tags" Target="../tags/tag339.xml"/><Relationship Id="rId1" Type="http://schemas.openxmlformats.org/officeDocument/2006/relationships/slideLayout" Target="../slideLayouts/slideLayout39.xml"/><Relationship Id="rId6" Type="http://schemas.openxmlformats.org/officeDocument/2006/relationships/tags" Target="../tags/tag249.xml"/><Relationship Id="rId23" Type="http://schemas.openxmlformats.org/officeDocument/2006/relationships/tags" Target="../tags/tag266.xml"/><Relationship Id="rId28" Type="http://schemas.openxmlformats.org/officeDocument/2006/relationships/tags" Target="../tags/tag271.xml"/><Relationship Id="rId49" Type="http://schemas.openxmlformats.org/officeDocument/2006/relationships/tags" Target="../tags/tag292.xml"/><Relationship Id="rId114" Type="http://schemas.openxmlformats.org/officeDocument/2006/relationships/tags" Target="../tags/tag357.xml"/><Relationship Id="rId119" Type="http://schemas.openxmlformats.org/officeDocument/2006/relationships/tags" Target="../tags/tag362.xml"/><Relationship Id="rId44" Type="http://schemas.openxmlformats.org/officeDocument/2006/relationships/tags" Target="../tags/tag287.xml"/><Relationship Id="rId60" Type="http://schemas.openxmlformats.org/officeDocument/2006/relationships/tags" Target="../tags/tag303.xml"/><Relationship Id="rId65" Type="http://schemas.openxmlformats.org/officeDocument/2006/relationships/tags" Target="../tags/tag308.xml"/><Relationship Id="rId81" Type="http://schemas.openxmlformats.org/officeDocument/2006/relationships/tags" Target="../tags/tag324.xml"/><Relationship Id="rId86" Type="http://schemas.openxmlformats.org/officeDocument/2006/relationships/tags" Target="../tags/tag329.xml"/><Relationship Id="rId13" Type="http://schemas.openxmlformats.org/officeDocument/2006/relationships/tags" Target="../tags/tag256.xml"/><Relationship Id="rId18" Type="http://schemas.openxmlformats.org/officeDocument/2006/relationships/tags" Target="../tags/tag261.xml"/><Relationship Id="rId39" Type="http://schemas.openxmlformats.org/officeDocument/2006/relationships/tags" Target="../tags/tag282.xml"/><Relationship Id="rId109" Type="http://schemas.openxmlformats.org/officeDocument/2006/relationships/tags" Target="../tags/tag352.xml"/><Relationship Id="rId34" Type="http://schemas.openxmlformats.org/officeDocument/2006/relationships/tags" Target="../tags/tag277.xml"/><Relationship Id="rId50" Type="http://schemas.openxmlformats.org/officeDocument/2006/relationships/tags" Target="../tags/tag293.xml"/><Relationship Id="rId55" Type="http://schemas.openxmlformats.org/officeDocument/2006/relationships/tags" Target="../tags/tag298.xml"/><Relationship Id="rId76" Type="http://schemas.openxmlformats.org/officeDocument/2006/relationships/tags" Target="../tags/tag319.xml"/><Relationship Id="rId97" Type="http://schemas.openxmlformats.org/officeDocument/2006/relationships/tags" Target="../tags/tag340.xml"/><Relationship Id="rId104" Type="http://schemas.openxmlformats.org/officeDocument/2006/relationships/tags" Target="../tags/tag347.xml"/><Relationship Id="rId120" Type="http://schemas.openxmlformats.org/officeDocument/2006/relationships/tags" Target="../tags/tag363.xml"/><Relationship Id="rId125" Type="http://schemas.openxmlformats.org/officeDocument/2006/relationships/tags" Target="../tags/tag368.xml"/><Relationship Id="rId7" Type="http://schemas.openxmlformats.org/officeDocument/2006/relationships/tags" Target="../tags/tag250.xml"/><Relationship Id="rId71" Type="http://schemas.openxmlformats.org/officeDocument/2006/relationships/tags" Target="../tags/tag314.xml"/><Relationship Id="rId92" Type="http://schemas.openxmlformats.org/officeDocument/2006/relationships/tags" Target="../tags/tag335.xml"/><Relationship Id="rId2" Type="http://schemas.openxmlformats.org/officeDocument/2006/relationships/slideLayout" Target="../slideLayouts/slideLayout40.xml"/><Relationship Id="rId29" Type="http://schemas.openxmlformats.org/officeDocument/2006/relationships/tags" Target="../tags/tag272.xml"/><Relationship Id="rId24" Type="http://schemas.openxmlformats.org/officeDocument/2006/relationships/tags" Target="../tags/tag267.xml"/><Relationship Id="rId40" Type="http://schemas.openxmlformats.org/officeDocument/2006/relationships/tags" Target="../tags/tag283.xml"/><Relationship Id="rId45" Type="http://schemas.openxmlformats.org/officeDocument/2006/relationships/tags" Target="../tags/tag288.xml"/><Relationship Id="rId66" Type="http://schemas.openxmlformats.org/officeDocument/2006/relationships/tags" Target="../tags/tag309.xml"/><Relationship Id="rId87" Type="http://schemas.openxmlformats.org/officeDocument/2006/relationships/tags" Target="../tags/tag330.xml"/><Relationship Id="rId110" Type="http://schemas.openxmlformats.org/officeDocument/2006/relationships/tags" Target="../tags/tag353.xml"/><Relationship Id="rId115" Type="http://schemas.openxmlformats.org/officeDocument/2006/relationships/tags" Target="../tags/tag358.xml"/><Relationship Id="rId61" Type="http://schemas.openxmlformats.org/officeDocument/2006/relationships/tags" Target="../tags/tag304.xml"/><Relationship Id="rId82" Type="http://schemas.openxmlformats.org/officeDocument/2006/relationships/tags" Target="../tags/tag325.xml"/><Relationship Id="rId19" Type="http://schemas.openxmlformats.org/officeDocument/2006/relationships/tags" Target="../tags/tag262.xml"/><Relationship Id="rId14" Type="http://schemas.openxmlformats.org/officeDocument/2006/relationships/tags" Target="../tags/tag257.xml"/><Relationship Id="rId30" Type="http://schemas.openxmlformats.org/officeDocument/2006/relationships/tags" Target="../tags/tag273.xml"/><Relationship Id="rId35" Type="http://schemas.openxmlformats.org/officeDocument/2006/relationships/tags" Target="../tags/tag278.xml"/><Relationship Id="rId56" Type="http://schemas.openxmlformats.org/officeDocument/2006/relationships/tags" Target="../tags/tag299.xml"/><Relationship Id="rId77" Type="http://schemas.openxmlformats.org/officeDocument/2006/relationships/tags" Target="../tags/tag320.xml"/><Relationship Id="rId100" Type="http://schemas.openxmlformats.org/officeDocument/2006/relationships/tags" Target="../tags/tag343.xml"/><Relationship Id="rId105" Type="http://schemas.openxmlformats.org/officeDocument/2006/relationships/tags" Target="../tags/tag348.xml"/><Relationship Id="rId126" Type="http://schemas.openxmlformats.org/officeDocument/2006/relationships/tags" Target="../tags/tag369.xml"/><Relationship Id="rId8" Type="http://schemas.openxmlformats.org/officeDocument/2006/relationships/tags" Target="../tags/tag251.xml"/><Relationship Id="rId51" Type="http://schemas.openxmlformats.org/officeDocument/2006/relationships/tags" Target="../tags/tag294.xml"/><Relationship Id="rId72" Type="http://schemas.openxmlformats.org/officeDocument/2006/relationships/tags" Target="../tags/tag315.xml"/><Relationship Id="rId93" Type="http://schemas.openxmlformats.org/officeDocument/2006/relationships/tags" Target="../tags/tag336.xml"/><Relationship Id="rId98" Type="http://schemas.openxmlformats.org/officeDocument/2006/relationships/tags" Target="../tags/tag341.xml"/><Relationship Id="rId121" Type="http://schemas.openxmlformats.org/officeDocument/2006/relationships/tags" Target="../tags/tag364.xml"/><Relationship Id="rId3" Type="http://schemas.openxmlformats.org/officeDocument/2006/relationships/slideLayout" Target="../slideLayouts/slideLayout41.xml"/><Relationship Id="rId25" Type="http://schemas.openxmlformats.org/officeDocument/2006/relationships/tags" Target="../tags/tag268.xml"/><Relationship Id="rId46" Type="http://schemas.openxmlformats.org/officeDocument/2006/relationships/tags" Target="../tags/tag289.xml"/><Relationship Id="rId67" Type="http://schemas.openxmlformats.org/officeDocument/2006/relationships/tags" Target="../tags/tag310.xml"/><Relationship Id="rId116" Type="http://schemas.openxmlformats.org/officeDocument/2006/relationships/tags" Target="../tags/tag359.xml"/><Relationship Id="rId20" Type="http://schemas.openxmlformats.org/officeDocument/2006/relationships/tags" Target="../tags/tag263.xml"/><Relationship Id="rId41" Type="http://schemas.openxmlformats.org/officeDocument/2006/relationships/tags" Target="../tags/tag284.xml"/><Relationship Id="rId62" Type="http://schemas.openxmlformats.org/officeDocument/2006/relationships/tags" Target="../tags/tag305.xml"/><Relationship Id="rId83" Type="http://schemas.openxmlformats.org/officeDocument/2006/relationships/tags" Target="../tags/tag326.xml"/><Relationship Id="rId88" Type="http://schemas.openxmlformats.org/officeDocument/2006/relationships/tags" Target="../tags/tag331.xml"/><Relationship Id="rId111" Type="http://schemas.openxmlformats.org/officeDocument/2006/relationships/tags" Target="../tags/tag354.xml"/><Relationship Id="rId15" Type="http://schemas.openxmlformats.org/officeDocument/2006/relationships/tags" Target="../tags/tag258.xml"/><Relationship Id="rId36" Type="http://schemas.openxmlformats.org/officeDocument/2006/relationships/tags" Target="../tags/tag279.xml"/><Relationship Id="rId57" Type="http://schemas.openxmlformats.org/officeDocument/2006/relationships/tags" Target="../tags/tag300.xml"/><Relationship Id="rId106" Type="http://schemas.openxmlformats.org/officeDocument/2006/relationships/tags" Target="../tags/tag349.xml"/><Relationship Id="rId127" Type="http://schemas.openxmlformats.org/officeDocument/2006/relationships/tags" Target="../tags/tag370.xml"/><Relationship Id="rId10" Type="http://schemas.openxmlformats.org/officeDocument/2006/relationships/tags" Target="../tags/tag253.xml"/><Relationship Id="rId31" Type="http://schemas.openxmlformats.org/officeDocument/2006/relationships/tags" Target="../tags/tag274.xml"/><Relationship Id="rId52" Type="http://schemas.openxmlformats.org/officeDocument/2006/relationships/tags" Target="../tags/tag295.xml"/><Relationship Id="rId73" Type="http://schemas.openxmlformats.org/officeDocument/2006/relationships/tags" Target="../tags/tag316.xml"/><Relationship Id="rId78" Type="http://schemas.openxmlformats.org/officeDocument/2006/relationships/tags" Target="../tags/tag321.xml"/><Relationship Id="rId94" Type="http://schemas.openxmlformats.org/officeDocument/2006/relationships/tags" Target="../tags/tag337.xml"/><Relationship Id="rId99" Type="http://schemas.openxmlformats.org/officeDocument/2006/relationships/tags" Target="../tags/tag342.xml"/><Relationship Id="rId101" Type="http://schemas.openxmlformats.org/officeDocument/2006/relationships/tags" Target="../tags/tag344.xml"/><Relationship Id="rId122" Type="http://schemas.openxmlformats.org/officeDocument/2006/relationships/tags" Target="../tags/tag365.xml"/><Relationship Id="rId4" Type="http://schemas.openxmlformats.org/officeDocument/2006/relationships/theme" Target="../theme/theme3.xml"/><Relationship Id="rId9" Type="http://schemas.openxmlformats.org/officeDocument/2006/relationships/tags" Target="../tags/tag2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theme" Target="../theme/theme4.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2" name="Copyright Placeholder" descr="{&quot;templafy&quot;:{&quot;id&quot;:&quot;03180a5e-f1fd-495a-aa42-6d98940f0625&quot;}}">
            <a:extLst>
              <a:ext uri="{FF2B5EF4-FFF2-40B4-BE49-F238E27FC236}">
                <a16:creationId xmlns:a16="http://schemas.microsoft.com/office/drawing/2014/main" id="{539D88F9-B48F-F143-B90F-EDFB85A350E8}"/>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dirty="0"/>
              <a:t>INTERNAL – SAP and Partners Only</a:t>
            </a:r>
          </a:p>
        </p:txBody>
      </p:sp>
      <p:sp>
        <p:nvSpPr>
          <p:cNvPr id="3" name="Text Placeholder"/>
          <p:cNvSpPr>
            <a:spLocks noGrp="1"/>
          </p:cNvSpPr>
          <p:nvPr userDrawn="1">
            <p:ph type="body" idx="1"/>
          </p:nvPr>
        </p:nvSpPr>
        <p:spPr bwMode="black">
          <a:xfrm>
            <a:off x="504001" y="1620000"/>
            <a:ext cx="11186476" cy="4716000"/>
          </a:xfrm>
          <a:prstGeom prst="rect">
            <a:avLst/>
          </a:prstGeom>
        </p:spPr>
        <p:txBody>
          <a:bodyPr vert="horz" lIns="0" tIns="0" rIns="0" bIns="0" rtlCol="0">
            <a:normAutofit/>
          </a:bodyPr>
          <a:lstStyle/>
          <a:p>
            <a:pPr lvl="0"/>
            <a:r>
              <a:rPr lang="en-US" noProof="0"/>
              <a:t>First level</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4001" y="504000"/>
            <a:ext cx="11186476" cy="369332"/>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21"/>
            </p:custDataLst>
          </p:nvPr>
        </p:nvGrpSpPr>
        <p:grpSpPr>
          <a:xfrm>
            <a:off x="3938798" y="3978000"/>
            <a:ext cx="1024878" cy="1024878"/>
            <a:chOff x="0" y="0"/>
            <a:chExt cx="914400" cy="914400"/>
          </a:xfrm>
          <a:solidFill>
            <a:schemeClr val="accent1"/>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40"/>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41"/>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42"/>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43"/>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22"/>
            </p:custDataLst>
          </p:nvPr>
        </p:nvGrpSpPr>
        <p:grpSpPr>
          <a:xfrm>
            <a:off x="5391506" y="3978000"/>
            <a:ext cx="1024878" cy="1024878"/>
            <a:chOff x="0" y="0"/>
            <a:chExt cx="914400" cy="914400"/>
          </a:xfrm>
          <a:solidFill>
            <a:schemeClr val="accent1"/>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35"/>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36"/>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37"/>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38"/>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39"/>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23"/>
            </p:custDataLst>
          </p:nvPr>
        </p:nvGrpSpPr>
        <p:grpSpPr>
          <a:xfrm>
            <a:off x="6844214" y="3978000"/>
            <a:ext cx="1024878" cy="1024878"/>
            <a:chOff x="0" y="0"/>
            <a:chExt cx="914400" cy="914400"/>
          </a:xfrm>
          <a:solidFill>
            <a:schemeClr val="accent1"/>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26"/>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27"/>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28"/>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29"/>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30"/>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31"/>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32"/>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33"/>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34"/>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24"/>
            </p:custDataLst>
          </p:nvPr>
        </p:nvGrpSpPr>
        <p:grpSpPr>
          <a:xfrm>
            <a:off x="8296922" y="3978000"/>
            <a:ext cx="1024878" cy="1024878"/>
            <a:chOff x="4334905" y="3282696"/>
            <a:chExt cx="292608" cy="292608"/>
          </a:xfrm>
          <a:solidFill>
            <a:schemeClr val="accent1"/>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25"/>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dirty="0"/>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26"/>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dirty="0"/>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27"/>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dirty="0"/>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28"/>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dirty="0"/>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29"/>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dirty="0"/>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30"/>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dirty="0"/>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31"/>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dirty="0"/>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32"/>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dirty="0"/>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33"/>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dirty="0"/>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34"/>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dirty="0"/>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35"/>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dirty="0"/>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36"/>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dirty="0"/>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37"/>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dirty="0"/>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38"/>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dirty="0"/>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39"/>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dirty="0"/>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40"/>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dirty="0"/>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dirty="0"/>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dirty="0"/>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dirty="0"/>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dirty="0"/>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dirty="0"/>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dirty="0"/>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dirty="0"/>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dirty="0"/>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dirty="0"/>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dirty="0"/>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dirty="0"/>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dirty="0"/>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dirty="0"/>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dirty="0"/>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dirty="0"/>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dirty="0"/>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dirty="0"/>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dirty="0"/>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dirty="0"/>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dirty="0"/>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dirty="0"/>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dirty="0"/>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dirty="0"/>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dirty="0"/>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dirty="0"/>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dirty="0"/>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dirty="0"/>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dirty="0"/>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dirty="0"/>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dirty="0"/>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dirty="0"/>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dirty="0"/>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dirty="0"/>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dirty="0"/>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dirty="0"/>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dirty="0"/>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dirty="0"/>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dirty="0"/>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dirty="0"/>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dirty="0"/>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dirty="0"/>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dirty="0"/>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dirty="0"/>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dirty="0"/>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dirty="0"/>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dirty="0"/>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dirty="0"/>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dirty="0"/>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dirty="0"/>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dirty="0"/>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dirty="0"/>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dirty="0"/>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dirty="0"/>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dirty="0"/>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dirty="0"/>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dirty="0"/>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dirty="0"/>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dirty="0"/>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dirty="0"/>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dirty="0"/>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dirty="0"/>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dirty="0"/>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dirty="0"/>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dirty="0"/>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dirty="0"/>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dirty="0"/>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dirty="0"/>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dirty="0"/>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dirty="0"/>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dirty="0"/>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dirty="0"/>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dirty="0"/>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dirty="0"/>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dirty="0"/>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dirty="0"/>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dirty="0"/>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dirty="0"/>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dirty="0"/>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dirty="0"/>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dirty="0"/>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dirty="0"/>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dirty="0"/>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dirty="0"/>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dirty="0"/>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dirty="0"/>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238" y="5984668"/>
            <a:ext cx="10188208"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kern="0" dirty="0">
                <a:ea typeface="Arial Unicode MS" pitchFamily="34" charset="-128"/>
                <a:cs typeface="Arial Unicode MS" pitchFamily="34" charset="-128"/>
              </a:rPr>
              <a:t>(r) Footnote</a:t>
            </a:r>
          </a:p>
        </p:txBody>
      </p:sp>
      <p:sp>
        <p:nvSpPr>
          <p:cNvPr id="132" name="Responsible [Sticker]" hidden="1">
            <a:extLst>
              <a:ext uri="{FF2B5EF4-FFF2-40B4-BE49-F238E27FC236}">
                <a16:creationId xmlns:a16="http://schemas.microsoft.com/office/drawing/2014/main" id="{3CB674C2-91C9-46E6-8AB4-E90ABF1CAFE0}"/>
              </a:ext>
            </a:extLst>
          </p:cNvPr>
          <p:cNvSpPr>
            <a:spLocks/>
          </p:cNvSpPr>
          <p:nvPr userDrawn="1"/>
        </p:nvSpPr>
        <p:spPr>
          <a:xfrm>
            <a:off x="10071105" y="896931"/>
            <a:ext cx="2124070" cy="59540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Responsible: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Name Lastname</a:t>
            </a:r>
          </a:p>
        </p:txBody>
      </p:sp>
      <p:sp>
        <p:nvSpPr>
          <p:cNvPr id="133" name="Discussion [Sticker]" hidden="1">
            <a:extLst>
              <a:ext uri="{FF2B5EF4-FFF2-40B4-BE49-F238E27FC236}">
                <a16:creationId xmlns:a16="http://schemas.microsoft.com/office/drawing/2014/main" id="{7C793D27-9296-461C-878D-BA16CBD91587}"/>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Roboto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704CE42F-5A9B-4CC0-8048-99928A53C0C4}"/>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Internal use only</a:t>
            </a:r>
          </a:p>
        </p:txBody>
      </p:sp>
      <p:sp>
        <p:nvSpPr>
          <p:cNvPr id="135" name="Final [Sticker]" hidden="1">
            <a:extLst>
              <a:ext uri="{FF2B5EF4-FFF2-40B4-BE49-F238E27FC236}">
                <a16:creationId xmlns:a16="http://schemas.microsoft.com/office/drawing/2014/main" id="{348603E9-9858-4213-9B5B-929AD136906A}"/>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Final slide</a:t>
            </a:r>
          </a:p>
        </p:txBody>
      </p:sp>
      <p:sp>
        <p:nvSpPr>
          <p:cNvPr id="136" name="Backup [Sticker]" hidden="1">
            <a:extLst>
              <a:ext uri="{FF2B5EF4-FFF2-40B4-BE49-F238E27FC236}">
                <a16:creationId xmlns:a16="http://schemas.microsoft.com/office/drawing/2014/main" id="{7EEB833A-9AFC-4A66-8469-9D3897CE1E66}"/>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Backup</a:t>
            </a:r>
          </a:p>
        </p:txBody>
      </p:sp>
      <p:sp>
        <p:nvSpPr>
          <p:cNvPr id="137" name="Update [Sticker]" hidden="1">
            <a:extLst>
              <a:ext uri="{FF2B5EF4-FFF2-40B4-BE49-F238E27FC236}">
                <a16:creationId xmlns:a16="http://schemas.microsoft.com/office/drawing/2014/main" id="{D41FF937-AB04-46EE-82EF-FCE26A919A7B}"/>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Update data</a:t>
            </a:r>
          </a:p>
        </p:txBody>
      </p:sp>
      <p:sp>
        <p:nvSpPr>
          <p:cNvPr id="138" name="Dummy [Sticker]" hidden="1">
            <a:extLst>
              <a:ext uri="{FF2B5EF4-FFF2-40B4-BE49-F238E27FC236}">
                <a16:creationId xmlns:a16="http://schemas.microsoft.com/office/drawing/2014/main" id="{06C5579C-7A02-48D6-A733-4B9E6D9F1443}"/>
              </a:ext>
            </a:extLst>
          </p:cNvPr>
          <p:cNvSpPr>
            <a:spLocks/>
          </p:cNvSpPr>
          <p:nvPr userDrawn="1"/>
        </p:nvSpPr>
        <p:spPr>
          <a:xfrm>
            <a:off x="10071105" y="896920"/>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rPr>
              <a:t>Dummy data</a:t>
            </a:r>
          </a:p>
        </p:txBody>
      </p:sp>
      <p:sp>
        <p:nvSpPr>
          <p:cNvPr id="139" name="Formatting [Comment]" hidden="1">
            <a:extLst>
              <a:ext uri="{FF2B5EF4-FFF2-40B4-BE49-F238E27FC236}">
                <a16:creationId xmlns:a16="http://schemas.microsoft.com/office/drawing/2014/main" id="{89EB4C18-DFF3-4A27-ACBB-99DCDC8961A8}"/>
              </a:ext>
            </a:extLst>
          </p:cNvPr>
          <p:cNvSpPr>
            <a:spLocks/>
          </p:cNvSpPr>
          <p:nvPr userDrawn="1"/>
        </p:nvSpPr>
        <p:spPr>
          <a:xfrm>
            <a:off x="9483344" y="1097679"/>
            <a:ext cx="2479101" cy="1277432"/>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A0A0A"/>
                </a:solidFill>
                <a:effectLst/>
                <a:uLnTx/>
                <a:uFillTx/>
              </a:rPr>
              <a:t>&lt;initials&gt; &lt;date&gt;yyyy-MM-dd hh:mm&lt;/date&gt;: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A0A0A"/>
              </a:solidFill>
              <a:effectLst/>
              <a:uLnTx/>
              <a:uFillTx/>
            </a:endParaRPr>
          </a:p>
        </p:txBody>
      </p:sp>
      <p:sp>
        <p:nvSpPr>
          <p:cNvPr id="140" name="Content [Comment]" hidden="1">
            <a:extLst>
              <a:ext uri="{FF2B5EF4-FFF2-40B4-BE49-F238E27FC236}">
                <a16:creationId xmlns:a16="http://schemas.microsoft.com/office/drawing/2014/main" id="{906252E7-98DB-45F0-8278-EB60F71B7340}"/>
              </a:ext>
            </a:extLst>
          </p:cNvPr>
          <p:cNvSpPr>
            <a:spLocks/>
          </p:cNvSpPr>
          <p:nvPr userDrawn="1"/>
        </p:nvSpPr>
        <p:spPr>
          <a:xfrm>
            <a:off x="9483344" y="1097671"/>
            <a:ext cx="2479101" cy="1277440"/>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A0A0A"/>
                </a:solidFill>
                <a:effectLst/>
                <a:uLnTx/>
                <a:uFillTx/>
              </a:rPr>
              <a:t>&lt;initials&gt; &lt;date&gt;yyyy-MM-dd hh:mm&lt;/date&gt;: </a:t>
            </a:r>
          </a:p>
        </p:txBody>
      </p:sp>
      <p:sp>
        <p:nvSpPr>
          <p:cNvPr id="141" name="Draft [Sticker]" hidden="1">
            <a:extLst>
              <a:ext uri="{FF2B5EF4-FFF2-40B4-BE49-F238E27FC236}">
                <a16:creationId xmlns:a16="http://schemas.microsoft.com/office/drawing/2014/main" id="{904633E3-6BC9-4C5E-B74A-8B9D4AE95B20}"/>
              </a:ext>
            </a:extLst>
          </p:cNvPr>
          <p:cNvSpPr/>
          <p:nvPr userDrawn="1"/>
        </p:nvSpPr>
        <p:spPr bwMode="gray">
          <a:xfrm rot="18900000">
            <a:off x="2916643" y="2819462"/>
            <a:ext cx="6361889"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800" b="1" i="0" u="none" strike="noStrike" kern="0" cap="none" spc="0" normalizeH="0" baseline="0" noProof="0" dirty="0">
                <a:ln>
                  <a:noFill/>
                </a:ln>
                <a:solidFill>
                  <a:schemeClr val="tx2"/>
                </a:solidFill>
                <a:effectLst/>
                <a:uLnTx/>
                <a:uFillTx/>
                <a:ea typeface="Arial Unicode MS" pitchFamily="34" charset="-128"/>
                <a:cs typeface="Arial Unicode MS" pitchFamily="34" charset="-128"/>
              </a:rPr>
              <a:t>DRAFT</a:t>
            </a:r>
          </a:p>
        </p:txBody>
      </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41" r:id="rId3"/>
    <p:sldLayoutId id="2147483765" r:id="rId4"/>
    <p:sldLayoutId id="2147483767" r:id="rId5"/>
    <p:sldLayoutId id="2147483743" r:id="rId6"/>
    <p:sldLayoutId id="2147483774" r:id="rId7"/>
    <p:sldLayoutId id="2147483745" r:id="rId8"/>
    <p:sldLayoutId id="2147483760" r:id="rId9"/>
    <p:sldLayoutId id="2147483768" r:id="rId10"/>
    <p:sldLayoutId id="2147483769" r:id="rId11"/>
    <p:sldLayoutId id="2147483770" r:id="rId12"/>
    <p:sldLayoutId id="2147483744" r:id="rId13"/>
    <p:sldLayoutId id="2147483757" r:id="rId14"/>
    <p:sldLayoutId id="2147483771" r:id="rId15"/>
    <p:sldLayoutId id="2147483763" r:id="rId16"/>
    <p:sldLayoutId id="2147483751" r:id="rId17"/>
    <p:sldLayoutId id="2147483756" r:id="rId18"/>
    <p:sldLayoutId id="2147483740" r:id="rId19"/>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marR="0" lvl="0" indent="0" algn="r" defTabSz="1088776" rtl="0" eaLnBrk="1" fontAlgn="auto" latinLnBrk="0" hangingPunct="1">
              <a:lnSpc>
                <a:spcPct val="100000"/>
              </a:lnSpc>
              <a:spcBef>
                <a:spcPts val="0"/>
              </a:spcBef>
              <a:spcAft>
                <a:spcPts val="0"/>
              </a:spcAft>
              <a:buClr>
                <a:srgbClr val="FFFFFF"/>
              </a:buClr>
              <a:buSzTx/>
              <a:buFont typeface="Arial" pitchFamily="34" charset="0"/>
              <a:buNone/>
              <a:tabLst/>
              <a:defRPr/>
            </a:pPr>
            <a:fld id="{0BDC132A-5C91-4078-9777-31DA19A62E0A}" type="slidenum">
              <a:rPr kumimoji="0" lang="en-US" sz="9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1088776" rtl="0" eaLnBrk="1" fontAlgn="auto" latinLnBrk="0" hangingPunct="1">
                <a:lnSpc>
                  <a:spcPct val="100000"/>
                </a:lnSpc>
                <a:spcBef>
                  <a:spcPts val="0"/>
                </a:spcBef>
                <a:spcAft>
                  <a:spcPts val="0"/>
                </a:spcAft>
                <a:buClr>
                  <a:srgbClr val="FFFFFF"/>
                </a:buClr>
                <a:buSzTx/>
                <a:buFont typeface="Arial" pitchFamily="34" charset="0"/>
                <a:buNone/>
                <a:tabLst/>
                <a:defRPr/>
              </a:pPr>
              <a:t>‹#›</a:t>
            </a:fld>
            <a:endParaRPr kumimoji="0" lang="en-US" sz="900" b="0" i="0" u="none" strike="noStrike" kern="1200" cap="none" spc="0" normalizeH="0" baseline="0" noProof="0" dirty="0">
              <a:ln>
                <a:noFill/>
              </a:ln>
              <a:solidFill>
                <a:srgbClr val="FFFFFF"/>
              </a:solidFill>
              <a:effectLst/>
              <a:uLnTx/>
              <a:uFillTx/>
              <a:latin typeface="Arial"/>
              <a:ea typeface="+mn-ea"/>
              <a:cs typeface="+mn-cs"/>
            </a:endParaRPr>
          </a:p>
        </p:txBody>
      </p:sp>
      <p:sp>
        <p:nvSpPr>
          <p:cNvPr id="6" name="Copyright Placeholder" descr="{&quot;templafy&quot;:{&quot;id&quot;:&quot;f7048239-0bbb-46f9-9673-66b58a75803e&quot;}}">
            <a:extLst>
              <a:ext uri="{FF2B5EF4-FFF2-40B4-BE49-F238E27FC236}">
                <a16:creationId xmlns:a16="http://schemas.microsoft.com/office/drawing/2014/main" id="{28F8FEF7-307E-4186-BE83-C7F901EBFBB2}"/>
              </a:ext>
            </a:extLst>
          </p:cNvPr>
          <p:cNvSpPr txBox="1">
            <a:spLocks/>
          </p:cNvSpPr>
          <p:nvPr userDrawn="1"/>
        </p:nvSpPr>
        <p:spPr>
          <a:xfrm>
            <a:off x="504001" y="6536750"/>
            <a:ext cx="10155600" cy="138499"/>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8558" rtl="0" eaLnBrk="1" fontAlgn="auto" latinLnBrk="0" hangingPunct="1">
              <a:lnSpc>
                <a:spcPct val="100000"/>
              </a:lnSpc>
              <a:spcBef>
                <a:spcPts val="1800"/>
              </a:spcBef>
              <a:spcAft>
                <a:spcPts val="0"/>
              </a:spcAft>
              <a:buClr>
                <a:srgbClr val="F0AB00"/>
              </a:buClr>
              <a:buSzPct val="80000"/>
              <a:buFont typeface="Arial" panose="020B0604020202020204" pitchFamily="34" charset="0"/>
              <a:buNone/>
              <a:tabLst/>
              <a:defRPr/>
            </a:pPr>
            <a:r>
              <a:rPr kumimoji="0" lang="en-US" sz="600" b="0" i="0" u="none" strike="noStrike" kern="1200" cap="none" spc="0" normalizeH="0" baseline="0" noProof="0" dirty="0">
                <a:ln>
                  <a:noFill/>
                </a:ln>
                <a:solidFill>
                  <a:srgbClr val="FFFFFF"/>
                </a:solidFill>
                <a:effectLst/>
                <a:uLnTx/>
                <a:uFillTx/>
                <a:latin typeface="Arial"/>
                <a:ea typeface="+mn-ea"/>
                <a:cs typeface="+mn-cs"/>
              </a:rPr>
              <a:t>INTERNAL – SAP and Partners Only</a:t>
            </a:r>
          </a:p>
        </p:txBody>
      </p:sp>
      <p:sp>
        <p:nvSpPr>
          <p:cNvPr id="3" name="Text Placeholder"/>
          <p:cNvSpPr>
            <a:spLocks noGrp="1"/>
          </p:cNvSpPr>
          <p:nvPr userDrawn="1">
            <p:ph type="body" idx="1"/>
          </p:nvPr>
        </p:nvSpPr>
        <p:spPr bwMode="black">
          <a:xfrm>
            <a:off x="504001" y="1620000"/>
            <a:ext cx="11186476" cy="4716000"/>
          </a:xfrm>
          <a:prstGeom prst="rect">
            <a:avLst/>
          </a:prstGeom>
        </p:spPr>
        <p:txBody>
          <a:bodyPr vert="horz" lIns="0" tIns="0" rIns="0" bIns="0" rtlCol="0">
            <a:normAutofit/>
          </a:bodyPr>
          <a:lstStyle/>
          <a:p>
            <a:pPr lvl="0"/>
            <a:r>
              <a:rPr lang="en-US" noProof="0"/>
              <a:t>First level</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4001" y="504000"/>
            <a:ext cx="11186476" cy="369332"/>
          </a:xfrm>
          <a:prstGeom prst="rect">
            <a:avLst/>
          </a:prstGeom>
        </p:spPr>
        <p:txBody>
          <a:bodyPr vert="horz" wrap="square" lIns="0" tIns="0" rIns="0" bIns="0" rtlCol="0" anchor="t" anchorCtr="0">
            <a:spAutoFit/>
          </a:bodyPr>
          <a:lstStyle/>
          <a:p>
            <a:r>
              <a:rPr lang="en-US" noProof="0"/>
              <a:t>Insert page title (sentence case)</a:t>
            </a:r>
          </a:p>
        </p:txBody>
      </p:sp>
      <p:grpSp>
        <p:nvGrpSpPr>
          <p:cNvPr id="7" name="Harvey 3" hidden="1">
            <a:extLst>
              <a:ext uri="{FF2B5EF4-FFF2-40B4-BE49-F238E27FC236}">
                <a16:creationId xmlns:a16="http://schemas.microsoft.com/office/drawing/2014/main" id="{E2DD6C7F-2784-4085-B35E-D0CF93151D32}"/>
              </a:ext>
            </a:extLst>
          </p:cNvPr>
          <p:cNvGrpSpPr>
            <a:grpSpLocks/>
          </p:cNvGrpSpPr>
          <p:nvPr userDrawn="1">
            <p:custDataLst>
              <p:tags r:id="rId21"/>
            </p:custDataLst>
          </p:nvPr>
        </p:nvGrpSpPr>
        <p:grpSpPr>
          <a:xfrm>
            <a:off x="3938798" y="3978000"/>
            <a:ext cx="1024878" cy="1024878"/>
            <a:chOff x="0" y="0"/>
            <a:chExt cx="914400" cy="914400"/>
          </a:xfrm>
          <a:solidFill>
            <a:schemeClr val="accent1"/>
          </a:solidFill>
        </p:grpSpPr>
        <p:sp>
          <p:nvSpPr>
            <p:cNvPr id="8" name="Harvey 0/3 [0]">
              <a:extLst>
                <a:ext uri="{FF2B5EF4-FFF2-40B4-BE49-F238E27FC236}">
                  <a16:creationId xmlns:a16="http://schemas.microsoft.com/office/drawing/2014/main" id="{76D1956A-873B-484E-BE75-6EDE3EFEDCC2}"/>
                </a:ext>
              </a:extLst>
            </p:cNvPr>
            <p:cNvSpPr>
              <a:spLocks noChangeAspect="1"/>
            </p:cNvSpPr>
            <p:nvPr>
              <p:custDataLst>
                <p:tags r:id="rId140"/>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Harvey 1/3 [1]">
              <a:extLst>
                <a:ext uri="{FF2B5EF4-FFF2-40B4-BE49-F238E27FC236}">
                  <a16:creationId xmlns:a16="http://schemas.microsoft.com/office/drawing/2014/main" id="{7A8F53B0-6F79-4898-A0C4-A91F7DB00E6A}"/>
                </a:ext>
              </a:extLst>
            </p:cNvPr>
            <p:cNvSpPr>
              <a:spLocks noChangeAspect="1"/>
            </p:cNvSpPr>
            <p:nvPr>
              <p:custDataLst>
                <p:tags r:id="rId141"/>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Harvey 2/3 [2]">
              <a:extLst>
                <a:ext uri="{FF2B5EF4-FFF2-40B4-BE49-F238E27FC236}">
                  <a16:creationId xmlns:a16="http://schemas.microsoft.com/office/drawing/2014/main" id="{67E7417D-4B0A-4A13-A4D7-B51B7C58CC54}"/>
                </a:ext>
              </a:extLst>
            </p:cNvPr>
            <p:cNvSpPr>
              <a:spLocks noChangeAspect="1"/>
            </p:cNvSpPr>
            <p:nvPr>
              <p:custDataLst>
                <p:tags r:id="rId142"/>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 name="Harvey 3/3 [3]">
              <a:extLst>
                <a:ext uri="{FF2B5EF4-FFF2-40B4-BE49-F238E27FC236}">
                  <a16:creationId xmlns:a16="http://schemas.microsoft.com/office/drawing/2014/main" id="{94AD8207-D125-429F-A09F-08C9EE19B157}"/>
                </a:ext>
              </a:extLst>
            </p:cNvPr>
            <p:cNvSpPr>
              <a:spLocks noChangeAspect="1"/>
            </p:cNvSpPr>
            <p:nvPr>
              <p:custDataLst>
                <p:tags r:id="rId143"/>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2" name="Harvey 4" hidden="1">
            <a:extLst>
              <a:ext uri="{FF2B5EF4-FFF2-40B4-BE49-F238E27FC236}">
                <a16:creationId xmlns:a16="http://schemas.microsoft.com/office/drawing/2014/main" id="{6B608003-5C72-434E-8F1C-BF7F4CA4A26C}"/>
              </a:ext>
            </a:extLst>
          </p:cNvPr>
          <p:cNvGrpSpPr>
            <a:grpSpLocks/>
          </p:cNvGrpSpPr>
          <p:nvPr userDrawn="1">
            <p:custDataLst>
              <p:tags r:id="rId22"/>
            </p:custDataLst>
          </p:nvPr>
        </p:nvGrpSpPr>
        <p:grpSpPr>
          <a:xfrm>
            <a:off x="5391506" y="3978000"/>
            <a:ext cx="1024878" cy="1024878"/>
            <a:chOff x="0" y="0"/>
            <a:chExt cx="914400" cy="914400"/>
          </a:xfrm>
          <a:solidFill>
            <a:schemeClr val="accent1"/>
          </a:solidFill>
        </p:grpSpPr>
        <p:sp>
          <p:nvSpPr>
            <p:cNvPr id="13" name="Harvey 0/4 [0]">
              <a:extLst>
                <a:ext uri="{FF2B5EF4-FFF2-40B4-BE49-F238E27FC236}">
                  <a16:creationId xmlns:a16="http://schemas.microsoft.com/office/drawing/2014/main" id="{0467B57E-FAD8-4950-97F9-ECAB5EC75227}"/>
                </a:ext>
              </a:extLst>
            </p:cNvPr>
            <p:cNvSpPr>
              <a:spLocks noChangeAspect="1"/>
            </p:cNvSpPr>
            <p:nvPr>
              <p:custDataLst>
                <p:tags r:id="rId135"/>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Harvey 1/4 [1]">
              <a:extLst>
                <a:ext uri="{FF2B5EF4-FFF2-40B4-BE49-F238E27FC236}">
                  <a16:creationId xmlns:a16="http://schemas.microsoft.com/office/drawing/2014/main" id="{4737FDC8-754C-4807-899B-A34C337B435F}"/>
                </a:ext>
              </a:extLst>
            </p:cNvPr>
            <p:cNvSpPr>
              <a:spLocks noChangeAspect="1"/>
            </p:cNvSpPr>
            <p:nvPr>
              <p:custDataLst>
                <p:tags r:id="rId136"/>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Harvey 2/4 [2]">
              <a:extLst>
                <a:ext uri="{FF2B5EF4-FFF2-40B4-BE49-F238E27FC236}">
                  <a16:creationId xmlns:a16="http://schemas.microsoft.com/office/drawing/2014/main" id="{500E3869-B32B-4A08-829A-07819962707F}"/>
                </a:ext>
              </a:extLst>
            </p:cNvPr>
            <p:cNvSpPr>
              <a:spLocks noChangeAspect="1"/>
            </p:cNvSpPr>
            <p:nvPr>
              <p:custDataLst>
                <p:tags r:id="rId137"/>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Harvey 3/4 [3]">
              <a:extLst>
                <a:ext uri="{FF2B5EF4-FFF2-40B4-BE49-F238E27FC236}">
                  <a16:creationId xmlns:a16="http://schemas.microsoft.com/office/drawing/2014/main" id="{83770D17-214F-4DFB-8C4A-75BCB6FDCCF1}"/>
                </a:ext>
              </a:extLst>
            </p:cNvPr>
            <p:cNvSpPr>
              <a:spLocks noChangeAspect="1"/>
            </p:cNvSpPr>
            <p:nvPr>
              <p:custDataLst>
                <p:tags r:id="rId138"/>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Harvey 4/4 [4]">
              <a:extLst>
                <a:ext uri="{FF2B5EF4-FFF2-40B4-BE49-F238E27FC236}">
                  <a16:creationId xmlns:a16="http://schemas.microsoft.com/office/drawing/2014/main" id="{2298CBDE-E2CD-44DD-81DA-565BDE17B854}"/>
                </a:ext>
              </a:extLst>
            </p:cNvPr>
            <p:cNvSpPr>
              <a:spLocks noChangeAspect="1"/>
            </p:cNvSpPr>
            <p:nvPr>
              <p:custDataLst>
                <p:tags r:id="rId139"/>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8" name="Harvey 8" hidden="1">
            <a:extLst>
              <a:ext uri="{FF2B5EF4-FFF2-40B4-BE49-F238E27FC236}">
                <a16:creationId xmlns:a16="http://schemas.microsoft.com/office/drawing/2014/main" id="{65A741E4-88C1-4827-B19E-63A8295DED86}"/>
              </a:ext>
            </a:extLst>
          </p:cNvPr>
          <p:cNvGrpSpPr>
            <a:grpSpLocks/>
          </p:cNvGrpSpPr>
          <p:nvPr userDrawn="1">
            <p:custDataLst>
              <p:tags r:id="rId23"/>
            </p:custDataLst>
          </p:nvPr>
        </p:nvGrpSpPr>
        <p:grpSpPr>
          <a:xfrm>
            <a:off x="6844214" y="3978000"/>
            <a:ext cx="1024878" cy="1024878"/>
            <a:chOff x="0" y="0"/>
            <a:chExt cx="914400" cy="914400"/>
          </a:xfrm>
          <a:solidFill>
            <a:schemeClr val="accent1"/>
          </a:solidFill>
        </p:grpSpPr>
        <p:sp>
          <p:nvSpPr>
            <p:cNvPr id="19" name="Harvey 0/8 [0]">
              <a:extLst>
                <a:ext uri="{FF2B5EF4-FFF2-40B4-BE49-F238E27FC236}">
                  <a16:creationId xmlns:a16="http://schemas.microsoft.com/office/drawing/2014/main" id="{D63D2936-46EA-44E4-95BC-083F8C581A0C}"/>
                </a:ext>
              </a:extLst>
            </p:cNvPr>
            <p:cNvSpPr>
              <a:spLocks noChangeAspect="1"/>
            </p:cNvSpPr>
            <p:nvPr>
              <p:custDataLst>
                <p:tags r:id="rId126"/>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Harvey 1/8 [1]">
              <a:extLst>
                <a:ext uri="{FF2B5EF4-FFF2-40B4-BE49-F238E27FC236}">
                  <a16:creationId xmlns:a16="http://schemas.microsoft.com/office/drawing/2014/main" id="{D096D980-9CFC-4294-9B40-92841B87F312}"/>
                </a:ext>
              </a:extLst>
            </p:cNvPr>
            <p:cNvSpPr>
              <a:spLocks noChangeAspect="1"/>
            </p:cNvSpPr>
            <p:nvPr>
              <p:custDataLst>
                <p:tags r:id="rId127"/>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Harvey 2/8 [2]">
              <a:extLst>
                <a:ext uri="{FF2B5EF4-FFF2-40B4-BE49-F238E27FC236}">
                  <a16:creationId xmlns:a16="http://schemas.microsoft.com/office/drawing/2014/main" id="{F9B0FC65-F825-4960-BF8A-E86755376C2C}"/>
                </a:ext>
              </a:extLst>
            </p:cNvPr>
            <p:cNvSpPr>
              <a:spLocks noChangeAspect="1"/>
            </p:cNvSpPr>
            <p:nvPr>
              <p:custDataLst>
                <p:tags r:id="rId128"/>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Harvey 3/8 [3]">
              <a:extLst>
                <a:ext uri="{FF2B5EF4-FFF2-40B4-BE49-F238E27FC236}">
                  <a16:creationId xmlns:a16="http://schemas.microsoft.com/office/drawing/2014/main" id="{72489F0D-9F1E-4F64-B7DC-7C979BD81FA6}"/>
                </a:ext>
              </a:extLst>
            </p:cNvPr>
            <p:cNvSpPr>
              <a:spLocks noChangeAspect="1"/>
            </p:cNvSpPr>
            <p:nvPr>
              <p:custDataLst>
                <p:tags r:id="rId129"/>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Harvey 4/8 [4]">
              <a:extLst>
                <a:ext uri="{FF2B5EF4-FFF2-40B4-BE49-F238E27FC236}">
                  <a16:creationId xmlns:a16="http://schemas.microsoft.com/office/drawing/2014/main" id="{4F47161A-836E-4CB2-97C4-5ABCB035EE25}"/>
                </a:ext>
              </a:extLst>
            </p:cNvPr>
            <p:cNvSpPr>
              <a:spLocks noChangeAspect="1"/>
            </p:cNvSpPr>
            <p:nvPr>
              <p:custDataLst>
                <p:tags r:id="rId130"/>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Harvey 5/8 [5]">
              <a:extLst>
                <a:ext uri="{FF2B5EF4-FFF2-40B4-BE49-F238E27FC236}">
                  <a16:creationId xmlns:a16="http://schemas.microsoft.com/office/drawing/2014/main" id="{D80539EF-20E9-4266-BD06-3959673E5243}"/>
                </a:ext>
              </a:extLst>
            </p:cNvPr>
            <p:cNvSpPr>
              <a:spLocks noChangeAspect="1"/>
            </p:cNvSpPr>
            <p:nvPr>
              <p:custDataLst>
                <p:tags r:id="rId131"/>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Harvey 6/8 [6]">
              <a:extLst>
                <a:ext uri="{FF2B5EF4-FFF2-40B4-BE49-F238E27FC236}">
                  <a16:creationId xmlns:a16="http://schemas.microsoft.com/office/drawing/2014/main" id="{C88D2627-1A78-4152-B77C-58669AC49F36}"/>
                </a:ext>
              </a:extLst>
            </p:cNvPr>
            <p:cNvSpPr>
              <a:spLocks noChangeAspect="1"/>
            </p:cNvSpPr>
            <p:nvPr>
              <p:custDataLst>
                <p:tags r:id="rId132"/>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6" name="Harvey 7/8 [7]">
              <a:extLst>
                <a:ext uri="{FF2B5EF4-FFF2-40B4-BE49-F238E27FC236}">
                  <a16:creationId xmlns:a16="http://schemas.microsoft.com/office/drawing/2014/main" id="{F8117399-4ECF-44E9-9BC8-A7C83760976C}"/>
                </a:ext>
              </a:extLst>
            </p:cNvPr>
            <p:cNvSpPr>
              <a:spLocks noChangeAspect="1"/>
            </p:cNvSpPr>
            <p:nvPr>
              <p:custDataLst>
                <p:tags r:id="rId133"/>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Harvey 8/8 [8]">
              <a:extLst>
                <a:ext uri="{FF2B5EF4-FFF2-40B4-BE49-F238E27FC236}">
                  <a16:creationId xmlns:a16="http://schemas.microsoft.com/office/drawing/2014/main" id="{B912D41C-14ED-4BE0-96D3-6AEB2ED794D2}"/>
                </a:ext>
              </a:extLst>
            </p:cNvPr>
            <p:cNvSpPr>
              <a:spLocks noChangeAspect="1"/>
            </p:cNvSpPr>
            <p:nvPr>
              <p:custDataLst>
                <p:tags r:id="rId134"/>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8" name="Harvey 100" hidden="1">
            <a:extLst>
              <a:ext uri="{FF2B5EF4-FFF2-40B4-BE49-F238E27FC236}">
                <a16:creationId xmlns:a16="http://schemas.microsoft.com/office/drawing/2014/main" id="{2C4AA9A9-EE14-41CD-8AD6-AC987D77FC05}"/>
              </a:ext>
            </a:extLst>
          </p:cNvPr>
          <p:cNvGrpSpPr/>
          <p:nvPr userDrawn="1">
            <p:custDataLst>
              <p:tags r:id="rId24"/>
            </p:custDataLst>
          </p:nvPr>
        </p:nvGrpSpPr>
        <p:grpSpPr>
          <a:xfrm>
            <a:off x="8296922" y="3978000"/>
            <a:ext cx="1024878" cy="1024878"/>
            <a:chOff x="4334905" y="3282696"/>
            <a:chExt cx="292608" cy="292608"/>
          </a:xfrm>
          <a:solidFill>
            <a:schemeClr val="accent1"/>
          </a:solidFill>
        </p:grpSpPr>
        <p:sp>
          <p:nvSpPr>
            <p:cNvPr id="29" name="Harvey 0/100 [0]">
              <a:extLst>
                <a:ext uri="{FF2B5EF4-FFF2-40B4-BE49-F238E27FC236}">
                  <a16:creationId xmlns:a16="http://schemas.microsoft.com/office/drawing/2014/main" id="{0B60B67C-997A-4EB0-98E0-CA4E4E4B5118}"/>
                </a:ext>
              </a:extLst>
            </p:cNvPr>
            <p:cNvSpPr>
              <a:spLocks noChangeAspect="1"/>
            </p:cNvSpPr>
            <p:nvPr>
              <p:custDataLst>
                <p:tags r:id="rId25"/>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dirty="0"/>
            </a:p>
          </p:txBody>
        </p:sp>
        <p:sp>
          <p:nvSpPr>
            <p:cNvPr id="30" name="Harvey 1/100 [1]">
              <a:extLst>
                <a:ext uri="{FF2B5EF4-FFF2-40B4-BE49-F238E27FC236}">
                  <a16:creationId xmlns:a16="http://schemas.microsoft.com/office/drawing/2014/main" id="{7DAEEFA9-09E0-4535-8058-345772E9D551}"/>
                </a:ext>
              </a:extLst>
            </p:cNvPr>
            <p:cNvSpPr>
              <a:spLocks noChangeAspect="1"/>
            </p:cNvSpPr>
            <p:nvPr>
              <p:custDataLst>
                <p:tags r:id="rId26"/>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dirty="0"/>
            </a:p>
          </p:txBody>
        </p:sp>
        <p:sp>
          <p:nvSpPr>
            <p:cNvPr id="31" name="Harvey 2/100 [2]">
              <a:extLst>
                <a:ext uri="{FF2B5EF4-FFF2-40B4-BE49-F238E27FC236}">
                  <a16:creationId xmlns:a16="http://schemas.microsoft.com/office/drawing/2014/main" id="{C84C906D-AC0F-4F5B-B334-51FDEA499286}"/>
                </a:ext>
              </a:extLst>
            </p:cNvPr>
            <p:cNvSpPr>
              <a:spLocks noChangeAspect="1"/>
            </p:cNvSpPr>
            <p:nvPr>
              <p:custDataLst>
                <p:tags r:id="rId27"/>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dirty="0"/>
            </a:p>
          </p:txBody>
        </p:sp>
        <p:sp>
          <p:nvSpPr>
            <p:cNvPr id="32" name="Harvey 3/100 [3]">
              <a:extLst>
                <a:ext uri="{FF2B5EF4-FFF2-40B4-BE49-F238E27FC236}">
                  <a16:creationId xmlns:a16="http://schemas.microsoft.com/office/drawing/2014/main" id="{5331B348-43F5-457E-9C20-7EAAD007F74A}"/>
                </a:ext>
              </a:extLst>
            </p:cNvPr>
            <p:cNvSpPr>
              <a:spLocks noChangeAspect="1"/>
            </p:cNvSpPr>
            <p:nvPr>
              <p:custDataLst>
                <p:tags r:id="rId28"/>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dirty="0"/>
            </a:p>
          </p:txBody>
        </p:sp>
        <p:sp>
          <p:nvSpPr>
            <p:cNvPr id="33" name="Harvey 4/100 [4]">
              <a:extLst>
                <a:ext uri="{FF2B5EF4-FFF2-40B4-BE49-F238E27FC236}">
                  <a16:creationId xmlns:a16="http://schemas.microsoft.com/office/drawing/2014/main" id="{18D263CF-2B62-4C47-BE83-FD72BDBDB277}"/>
                </a:ext>
              </a:extLst>
            </p:cNvPr>
            <p:cNvSpPr>
              <a:spLocks noChangeAspect="1"/>
            </p:cNvSpPr>
            <p:nvPr>
              <p:custDataLst>
                <p:tags r:id="rId29"/>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dirty="0"/>
            </a:p>
          </p:txBody>
        </p:sp>
        <p:sp>
          <p:nvSpPr>
            <p:cNvPr id="35" name="Harvey 5/100 [5]">
              <a:extLst>
                <a:ext uri="{FF2B5EF4-FFF2-40B4-BE49-F238E27FC236}">
                  <a16:creationId xmlns:a16="http://schemas.microsoft.com/office/drawing/2014/main" id="{DB8F581D-8CF4-44A7-B4F4-0DE74457F251}"/>
                </a:ext>
              </a:extLst>
            </p:cNvPr>
            <p:cNvSpPr>
              <a:spLocks noChangeAspect="1"/>
            </p:cNvSpPr>
            <p:nvPr>
              <p:custDataLst>
                <p:tags r:id="rId30"/>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dirty="0"/>
            </a:p>
          </p:txBody>
        </p:sp>
        <p:sp>
          <p:nvSpPr>
            <p:cNvPr id="36" name="Harvey 6/100 [6]">
              <a:extLst>
                <a:ext uri="{FF2B5EF4-FFF2-40B4-BE49-F238E27FC236}">
                  <a16:creationId xmlns:a16="http://schemas.microsoft.com/office/drawing/2014/main" id="{383A6352-9EAD-4A05-8ABD-66158F752B74}"/>
                </a:ext>
              </a:extLst>
            </p:cNvPr>
            <p:cNvSpPr>
              <a:spLocks noChangeAspect="1"/>
            </p:cNvSpPr>
            <p:nvPr>
              <p:custDataLst>
                <p:tags r:id="rId31"/>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dirty="0"/>
            </a:p>
          </p:txBody>
        </p:sp>
        <p:sp>
          <p:nvSpPr>
            <p:cNvPr id="37" name="Harvey 7/100 [7]">
              <a:extLst>
                <a:ext uri="{FF2B5EF4-FFF2-40B4-BE49-F238E27FC236}">
                  <a16:creationId xmlns:a16="http://schemas.microsoft.com/office/drawing/2014/main" id="{AC78B9F4-DF17-4E2D-9790-668D5CEC3049}"/>
                </a:ext>
              </a:extLst>
            </p:cNvPr>
            <p:cNvSpPr>
              <a:spLocks noChangeAspect="1"/>
            </p:cNvSpPr>
            <p:nvPr>
              <p:custDataLst>
                <p:tags r:id="rId32"/>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dirty="0"/>
            </a:p>
          </p:txBody>
        </p:sp>
        <p:sp>
          <p:nvSpPr>
            <p:cNvPr id="38" name="Harvey 8/100 [8]">
              <a:extLst>
                <a:ext uri="{FF2B5EF4-FFF2-40B4-BE49-F238E27FC236}">
                  <a16:creationId xmlns:a16="http://schemas.microsoft.com/office/drawing/2014/main" id="{2577ED03-E1A5-42A1-8DCD-AEFD054EB873}"/>
                </a:ext>
              </a:extLst>
            </p:cNvPr>
            <p:cNvSpPr>
              <a:spLocks noChangeAspect="1"/>
            </p:cNvSpPr>
            <p:nvPr>
              <p:custDataLst>
                <p:tags r:id="rId33"/>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dirty="0"/>
            </a:p>
          </p:txBody>
        </p:sp>
        <p:sp>
          <p:nvSpPr>
            <p:cNvPr id="39" name="Harvey 9/100 [9]">
              <a:extLst>
                <a:ext uri="{FF2B5EF4-FFF2-40B4-BE49-F238E27FC236}">
                  <a16:creationId xmlns:a16="http://schemas.microsoft.com/office/drawing/2014/main" id="{9B167A94-DCC5-461B-9970-C5FFF47CB641}"/>
                </a:ext>
              </a:extLst>
            </p:cNvPr>
            <p:cNvSpPr>
              <a:spLocks noChangeAspect="1"/>
            </p:cNvSpPr>
            <p:nvPr>
              <p:custDataLst>
                <p:tags r:id="rId34"/>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dirty="0"/>
            </a:p>
          </p:txBody>
        </p:sp>
        <p:sp>
          <p:nvSpPr>
            <p:cNvPr id="40" name="Harvey 10/100 [10]">
              <a:extLst>
                <a:ext uri="{FF2B5EF4-FFF2-40B4-BE49-F238E27FC236}">
                  <a16:creationId xmlns:a16="http://schemas.microsoft.com/office/drawing/2014/main" id="{5A26E699-12E3-4167-ADED-3C1AF764FAA3}"/>
                </a:ext>
              </a:extLst>
            </p:cNvPr>
            <p:cNvSpPr>
              <a:spLocks noChangeAspect="1"/>
            </p:cNvSpPr>
            <p:nvPr>
              <p:custDataLst>
                <p:tags r:id="rId35"/>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dirty="0"/>
            </a:p>
          </p:txBody>
        </p:sp>
        <p:sp>
          <p:nvSpPr>
            <p:cNvPr id="41" name="Harvey 11/100 [11]">
              <a:extLst>
                <a:ext uri="{FF2B5EF4-FFF2-40B4-BE49-F238E27FC236}">
                  <a16:creationId xmlns:a16="http://schemas.microsoft.com/office/drawing/2014/main" id="{F820A8FC-3CE4-4CBA-BAE6-398A7F026B55}"/>
                </a:ext>
              </a:extLst>
            </p:cNvPr>
            <p:cNvSpPr>
              <a:spLocks noChangeAspect="1"/>
            </p:cNvSpPr>
            <p:nvPr>
              <p:custDataLst>
                <p:tags r:id="rId36"/>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dirty="0"/>
            </a:p>
          </p:txBody>
        </p:sp>
        <p:sp>
          <p:nvSpPr>
            <p:cNvPr id="42" name="Harvey 12/100 [12]">
              <a:extLst>
                <a:ext uri="{FF2B5EF4-FFF2-40B4-BE49-F238E27FC236}">
                  <a16:creationId xmlns:a16="http://schemas.microsoft.com/office/drawing/2014/main" id="{31F16729-DFEC-43AE-96FD-5ADAD841109F}"/>
                </a:ext>
              </a:extLst>
            </p:cNvPr>
            <p:cNvSpPr>
              <a:spLocks noChangeAspect="1"/>
            </p:cNvSpPr>
            <p:nvPr>
              <p:custDataLst>
                <p:tags r:id="rId37"/>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dirty="0"/>
            </a:p>
          </p:txBody>
        </p:sp>
        <p:sp>
          <p:nvSpPr>
            <p:cNvPr id="43" name="Harvey 13/100 [13]">
              <a:extLst>
                <a:ext uri="{FF2B5EF4-FFF2-40B4-BE49-F238E27FC236}">
                  <a16:creationId xmlns:a16="http://schemas.microsoft.com/office/drawing/2014/main" id="{E4398C50-BFFD-487F-93AC-1F2177BB3B86}"/>
                </a:ext>
              </a:extLst>
            </p:cNvPr>
            <p:cNvSpPr>
              <a:spLocks noChangeAspect="1"/>
            </p:cNvSpPr>
            <p:nvPr>
              <p:custDataLst>
                <p:tags r:id="rId38"/>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dirty="0"/>
            </a:p>
          </p:txBody>
        </p:sp>
        <p:sp>
          <p:nvSpPr>
            <p:cNvPr id="44" name="Harvey 14/100 [14]">
              <a:extLst>
                <a:ext uri="{FF2B5EF4-FFF2-40B4-BE49-F238E27FC236}">
                  <a16:creationId xmlns:a16="http://schemas.microsoft.com/office/drawing/2014/main" id="{675D9417-20D9-4833-9CE5-50B086713780}"/>
                </a:ext>
              </a:extLst>
            </p:cNvPr>
            <p:cNvSpPr>
              <a:spLocks noChangeAspect="1"/>
            </p:cNvSpPr>
            <p:nvPr>
              <p:custDataLst>
                <p:tags r:id="rId39"/>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dirty="0"/>
            </a:p>
          </p:txBody>
        </p:sp>
        <p:sp>
          <p:nvSpPr>
            <p:cNvPr id="45" name="Harvey 15/100 [15]">
              <a:extLst>
                <a:ext uri="{FF2B5EF4-FFF2-40B4-BE49-F238E27FC236}">
                  <a16:creationId xmlns:a16="http://schemas.microsoft.com/office/drawing/2014/main" id="{3666FBE4-3CEE-43B7-83C1-0C2A47739511}"/>
                </a:ext>
              </a:extLst>
            </p:cNvPr>
            <p:cNvSpPr>
              <a:spLocks noChangeAspect="1"/>
            </p:cNvSpPr>
            <p:nvPr>
              <p:custDataLst>
                <p:tags r:id="rId40"/>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dirty="0"/>
            </a:p>
          </p:txBody>
        </p:sp>
        <p:sp>
          <p:nvSpPr>
            <p:cNvPr id="46" name="Harvey 16/100 [16]">
              <a:extLst>
                <a:ext uri="{FF2B5EF4-FFF2-40B4-BE49-F238E27FC236}">
                  <a16:creationId xmlns:a16="http://schemas.microsoft.com/office/drawing/2014/main" id="{F979B8E0-5904-481A-B1E1-9C6D95DF9F7C}"/>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dirty="0"/>
            </a:p>
          </p:txBody>
        </p:sp>
        <p:sp>
          <p:nvSpPr>
            <p:cNvPr id="47" name="Harvey 17/100 [17]">
              <a:extLst>
                <a:ext uri="{FF2B5EF4-FFF2-40B4-BE49-F238E27FC236}">
                  <a16:creationId xmlns:a16="http://schemas.microsoft.com/office/drawing/2014/main" id="{71716968-2083-4153-9DAA-3F8C26432ACE}"/>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dirty="0"/>
            </a:p>
          </p:txBody>
        </p:sp>
        <p:sp>
          <p:nvSpPr>
            <p:cNvPr id="48" name="Harvey 18/100 [18]">
              <a:extLst>
                <a:ext uri="{FF2B5EF4-FFF2-40B4-BE49-F238E27FC236}">
                  <a16:creationId xmlns:a16="http://schemas.microsoft.com/office/drawing/2014/main" id="{C1D12AF8-310A-4A60-A8D9-E26C9D0D94FD}"/>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dirty="0"/>
            </a:p>
          </p:txBody>
        </p:sp>
        <p:sp>
          <p:nvSpPr>
            <p:cNvPr id="49" name="Harvey 19/100 [19]">
              <a:extLst>
                <a:ext uri="{FF2B5EF4-FFF2-40B4-BE49-F238E27FC236}">
                  <a16:creationId xmlns:a16="http://schemas.microsoft.com/office/drawing/2014/main" id="{C587885C-11FD-4365-93C9-369845C5B1D3}"/>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dirty="0"/>
            </a:p>
          </p:txBody>
        </p:sp>
        <p:sp>
          <p:nvSpPr>
            <p:cNvPr id="50" name="Harvey 20/100 [20]">
              <a:extLst>
                <a:ext uri="{FF2B5EF4-FFF2-40B4-BE49-F238E27FC236}">
                  <a16:creationId xmlns:a16="http://schemas.microsoft.com/office/drawing/2014/main" id="{0DFEA4D6-DB33-4BA0-9B39-C6DC449D6DCF}"/>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dirty="0"/>
            </a:p>
          </p:txBody>
        </p:sp>
        <p:sp>
          <p:nvSpPr>
            <p:cNvPr id="51" name="Harvey 21/100 [21]">
              <a:extLst>
                <a:ext uri="{FF2B5EF4-FFF2-40B4-BE49-F238E27FC236}">
                  <a16:creationId xmlns:a16="http://schemas.microsoft.com/office/drawing/2014/main" id="{6B616720-F062-4402-A6C1-F4CBA52171D3}"/>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dirty="0"/>
            </a:p>
          </p:txBody>
        </p:sp>
        <p:sp>
          <p:nvSpPr>
            <p:cNvPr id="52" name="Harvey 22/100 [22]">
              <a:extLst>
                <a:ext uri="{FF2B5EF4-FFF2-40B4-BE49-F238E27FC236}">
                  <a16:creationId xmlns:a16="http://schemas.microsoft.com/office/drawing/2014/main" id="{2E4A5CA2-E839-4E73-A274-49DE99B1C50F}"/>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dirty="0"/>
            </a:p>
          </p:txBody>
        </p:sp>
        <p:sp>
          <p:nvSpPr>
            <p:cNvPr id="53" name="Harvey 23/100 [23]">
              <a:extLst>
                <a:ext uri="{FF2B5EF4-FFF2-40B4-BE49-F238E27FC236}">
                  <a16:creationId xmlns:a16="http://schemas.microsoft.com/office/drawing/2014/main" id="{3DCD53C2-A835-4CB8-9468-2C92013F44B5}"/>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dirty="0"/>
            </a:p>
          </p:txBody>
        </p:sp>
        <p:sp>
          <p:nvSpPr>
            <p:cNvPr id="54" name="Harvey 24/100 [24]">
              <a:extLst>
                <a:ext uri="{FF2B5EF4-FFF2-40B4-BE49-F238E27FC236}">
                  <a16:creationId xmlns:a16="http://schemas.microsoft.com/office/drawing/2014/main" id="{0BD9113F-8ACE-463E-BEF7-5D2C960A1E3D}"/>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dirty="0"/>
            </a:p>
          </p:txBody>
        </p:sp>
        <p:sp>
          <p:nvSpPr>
            <p:cNvPr id="55" name="Harvey 25/100 [25]">
              <a:extLst>
                <a:ext uri="{FF2B5EF4-FFF2-40B4-BE49-F238E27FC236}">
                  <a16:creationId xmlns:a16="http://schemas.microsoft.com/office/drawing/2014/main" id="{A0C79897-7FEB-441B-A4CB-F5B74F5352FA}"/>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dirty="0"/>
            </a:p>
          </p:txBody>
        </p:sp>
        <p:sp>
          <p:nvSpPr>
            <p:cNvPr id="56" name="Harvey 26/100 [26]">
              <a:extLst>
                <a:ext uri="{FF2B5EF4-FFF2-40B4-BE49-F238E27FC236}">
                  <a16:creationId xmlns:a16="http://schemas.microsoft.com/office/drawing/2014/main" id="{88DEA423-7272-4270-BD71-9ACAEB894DD2}"/>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dirty="0"/>
            </a:p>
          </p:txBody>
        </p:sp>
        <p:sp>
          <p:nvSpPr>
            <p:cNvPr id="57" name="Harvey 27/100 [27]">
              <a:extLst>
                <a:ext uri="{FF2B5EF4-FFF2-40B4-BE49-F238E27FC236}">
                  <a16:creationId xmlns:a16="http://schemas.microsoft.com/office/drawing/2014/main" id="{ABF9DC9D-9784-42F7-9BC1-D959BA5B29A9}"/>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dirty="0"/>
            </a:p>
          </p:txBody>
        </p:sp>
        <p:sp>
          <p:nvSpPr>
            <p:cNvPr id="58" name="Harvey 28/100 [28]">
              <a:extLst>
                <a:ext uri="{FF2B5EF4-FFF2-40B4-BE49-F238E27FC236}">
                  <a16:creationId xmlns:a16="http://schemas.microsoft.com/office/drawing/2014/main" id="{253A0F1B-274A-4C2F-8909-10DCC3C664C8}"/>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dirty="0"/>
            </a:p>
          </p:txBody>
        </p:sp>
        <p:sp>
          <p:nvSpPr>
            <p:cNvPr id="59" name="Harvey 29/100 [29]">
              <a:extLst>
                <a:ext uri="{FF2B5EF4-FFF2-40B4-BE49-F238E27FC236}">
                  <a16:creationId xmlns:a16="http://schemas.microsoft.com/office/drawing/2014/main" id="{F088766A-C09E-41AD-B4A8-037680E089A0}"/>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dirty="0"/>
            </a:p>
          </p:txBody>
        </p:sp>
        <p:sp>
          <p:nvSpPr>
            <p:cNvPr id="60" name="Harvey 30/100 [30]">
              <a:extLst>
                <a:ext uri="{FF2B5EF4-FFF2-40B4-BE49-F238E27FC236}">
                  <a16:creationId xmlns:a16="http://schemas.microsoft.com/office/drawing/2014/main" id="{33917A65-AD51-4648-AAB4-80520AB0DF59}"/>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dirty="0"/>
            </a:p>
          </p:txBody>
        </p:sp>
        <p:sp>
          <p:nvSpPr>
            <p:cNvPr id="61" name="Harvey 31/100 [31]">
              <a:extLst>
                <a:ext uri="{FF2B5EF4-FFF2-40B4-BE49-F238E27FC236}">
                  <a16:creationId xmlns:a16="http://schemas.microsoft.com/office/drawing/2014/main" id="{60CB2766-A8A0-4EC5-93AC-A9FA9B2EDF87}"/>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dirty="0"/>
            </a:p>
          </p:txBody>
        </p:sp>
        <p:sp>
          <p:nvSpPr>
            <p:cNvPr id="62" name="Harvey 32/100 [32]">
              <a:extLst>
                <a:ext uri="{FF2B5EF4-FFF2-40B4-BE49-F238E27FC236}">
                  <a16:creationId xmlns:a16="http://schemas.microsoft.com/office/drawing/2014/main" id="{CAC81949-5BCB-4FFD-9284-D4C754DB7E63}"/>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dirty="0"/>
            </a:p>
          </p:txBody>
        </p:sp>
        <p:sp>
          <p:nvSpPr>
            <p:cNvPr id="63" name="Harvey 33/100 [33]">
              <a:extLst>
                <a:ext uri="{FF2B5EF4-FFF2-40B4-BE49-F238E27FC236}">
                  <a16:creationId xmlns:a16="http://schemas.microsoft.com/office/drawing/2014/main" id="{86CD47EE-4D9E-42B8-B6AB-5866BABF0A8C}"/>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dirty="0"/>
            </a:p>
          </p:txBody>
        </p:sp>
        <p:sp>
          <p:nvSpPr>
            <p:cNvPr id="64" name="Harvey 34/100 [34]">
              <a:extLst>
                <a:ext uri="{FF2B5EF4-FFF2-40B4-BE49-F238E27FC236}">
                  <a16:creationId xmlns:a16="http://schemas.microsoft.com/office/drawing/2014/main" id="{00F21930-7819-4484-8BC2-24ADAFBF4661}"/>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dirty="0"/>
            </a:p>
          </p:txBody>
        </p:sp>
        <p:sp>
          <p:nvSpPr>
            <p:cNvPr id="65" name="Harvey 35/100 [35]">
              <a:extLst>
                <a:ext uri="{FF2B5EF4-FFF2-40B4-BE49-F238E27FC236}">
                  <a16:creationId xmlns:a16="http://schemas.microsoft.com/office/drawing/2014/main" id="{6BAC333F-8F1A-461D-A13A-543036E6C360}"/>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dirty="0"/>
            </a:p>
          </p:txBody>
        </p:sp>
        <p:sp>
          <p:nvSpPr>
            <p:cNvPr id="66" name="Harvey 36/100 [36]">
              <a:extLst>
                <a:ext uri="{FF2B5EF4-FFF2-40B4-BE49-F238E27FC236}">
                  <a16:creationId xmlns:a16="http://schemas.microsoft.com/office/drawing/2014/main" id="{C3343ED1-4EC6-4E9E-B0D4-04063CCDCBA5}"/>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dirty="0"/>
            </a:p>
          </p:txBody>
        </p:sp>
        <p:sp>
          <p:nvSpPr>
            <p:cNvPr id="67" name="Harvey 37/100 [37]">
              <a:extLst>
                <a:ext uri="{FF2B5EF4-FFF2-40B4-BE49-F238E27FC236}">
                  <a16:creationId xmlns:a16="http://schemas.microsoft.com/office/drawing/2014/main" id="{A708B5F6-5DEF-4C81-B17E-B40298FAFF37}"/>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dirty="0"/>
            </a:p>
          </p:txBody>
        </p:sp>
        <p:sp>
          <p:nvSpPr>
            <p:cNvPr id="68" name="Harvey 38/100 [38]">
              <a:extLst>
                <a:ext uri="{FF2B5EF4-FFF2-40B4-BE49-F238E27FC236}">
                  <a16:creationId xmlns:a16="http://schemas.microsoft.com/office/drawing/2014/main" id="{A66921B0-1234-4643-AEDF-EA370AB72678}"/>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dirty="0"/>
            </a:p>
          </p:txBody>
        </p:sp>
        <p:sp>
          <p:nvSpPr>
            <p:cNvPr id="69" name="Harvey 39/100 [39]">
              <a:extLst>
                <a:ext uri="{FF2B5EF4-FFF2-40B4-BE49-F238E27FC236}">
                  <a16:creationId xmlns:a16="http://schemas.microsoft.com/office/drawing/2014/main" id="{33DF93CE-4BEC-4E23-B207-3A3D24BA88DB}"/>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dirty="0"/>
            </a:p>
          </p:txBody>
        </p:sp>
        <p:sp>
          <p:nvSpPr>
            <p:cNvPr id="70" name="Harvey 40/100 [40]">
              <a:extLst>
                <a:ext uri="{FF2B5EF4-FFF2-40B4-BE49-F238E27FC236}">
                  <a16:creationId xmlns:a16="http://schemas.microsoft.com/office/drawing/2014/main" id="{743BBE64-E8AE-431B-A3F5-0BC3EFCF170A}"/>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dirty="0"/>
            </a:p>
          </p:txBody>
        </p:sp>
        <p:sp>
          <p:nvSpPr>
            <p:cNvPr id="71" name="Harvey 41/100 [41]">
              <a:extLst>
                <a:ext uri="{FF2B5EF4-FFF2-40B4-BE49-F238E27FC236}">
                  <a16:creationId xmlns:a16="http://schemas.microsoft.com/office/drawing/2014/main" id="{9A92A148-61C9-4A68-B88F-DEBF70F366D4}"/>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dirty="0"/>
            </a:p>
          </p:txBody>
        </p:sp>
        <p:sp>
          <p:nvSpPr>
            <p:cNvPr id="72" name="Harvey 42/100 [42]">
              <a:extLst>
                <a:ext uri="{FF2B5EF4-FFF2-40B4-BE49-F238E27FC236}">
                  <a16:creationId xmlns:a16="http://schemas.microsoft.com/office/drawing/2014/main" id="{E95B2275-79DF-4600-968F-4A342730E5D7}"/>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dirty="0"/>
            </a:p>
          </p:txBody>
        </p:sp>
        <p:sp>
          <p:nvSpPr>
            <p:cNvPr id="73" name="Harvey 43/100 [43]">
              <a:extLst>
                <a:ext uri="{FF2B5EF4-FFF2-40B4-BE49-F238E27FC236}">
                  <a16:creationId xmlns:a16="http://schemas.microsoft.com/office/drawing/2014/main" id="{0EDDDB89-4687-4E79-B4A5-CEA4DC104A0F}"/>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dirty="0"/>
            </a:p>
          </p:txBody>
        </p:sp>
        <p:sp>
          <p:nvSpPr>
            <p:cNvPr id="74" name="Harvey 44/100 [44]">
              <a:extLst>
                <a:ext uri="{FF2B5EF4-FFF2-40B4-BE49-F238E27FC236}">
                  <a16:creationId xmlns:a16="http://schemas.microsoft.com/office/drawing/2014/main" id="{C55ACE0A-FE8C-4946-90E5-595C4B50ECB8}"/>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dirty="0"/>
            </a:p>
          </p:txBody>
        </p:sp>
        <p:sp>
          <p:nvSpPr>
            <p:cNvPr id="75" name="Harvey 45/100 [45]">
              <a:extLst>
                <a:ext uri="{FF2B5EF4-FFF2-40B4-BE49-F238E27FC236}">
                  <a16:creationId xmlns:a16="http://schemas.microsoft.com/office/drawing/2014/main" id="{C3C97B00-88DC-4936-B5A6-A08A75F0ABB5}"/>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dirty="0"/>
            </a:p>
          </p:txBody>
        </p:sp>
        <p:sp>
          <p:nvSpPr>
            <p:cNvPr id="76" name="Harvey 46/100 [46]">
              <a:extLst>
                <a:ext uri="{FF2B5EF4-FFF2-40B4-BE49-F238E27FC236}">
                  <a16:creationId xmlns:a16="http://schemas.microsoft.com/office/drawing/2014/main" id="{92F6FFA4-3CBC-4B59-9D72-AFC058739173}"/>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dirty="0"/>
            </a:p>
          </p:txBody>
        </p:sp>
        <p:sp>
          <p:nvSpPr>
            <p:cNvPr id="77" name="Harvey 47/100 [47]">
              <a:extLst>
                <a:ext uri="{FF2B5EF4-FFF2-40B4-BE49-F238E27FC236}">
                  <a16:creationId xmlns:a16="http://schemas.microsoft.com/office/drawing/2014/main" id="{4E849BB4-2601-4C2B-B994-35A1C0E7E5CA}"/>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dirty="0"/>
            </a:p>
          </p:txBody>
        </p:sp>
        <p:sp>
          <p:nvSpPr>
            <p:cNvPr id="78" name="Harvey 48/100 [48]">
              <a:extLst>
                <a:ext uri="{FF2B5EF4-FFF2-40B4-BE49-F238E27FC236}">
                  <a16:creationId xmlns:a16="http://schemas.microsoft.com/office/drawing/2014/main" id="{94CAB759-7BC1-4DBC-B899-C726287011FE}"/>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dirty="0"/>
            </a:p>
          </p:txBody>
        </p:sp>
        <p:sp>
          <p:nvSpPr>
            <p:cNvPr id="79" name="Harvey 49/100 [49]">
              <a:extLst>
                <a:ext uri="{FF2B5EF4-FFF2-40B4-BE49-F238E27FC236}">
                  <a16:creationId xmlns:a16="http://schemas.microsoft.com/office/drawing/2014/main" id="{046DACFB-25FF-4C07-9C05-79EA15EE9F0E}"/>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dirty="0"/>
            </a:p>
          </p:txBody>
        </p:sp>
        <p:sp>
          <p:nvSpPr>
            <p:cNvPr id="80" name="Harvey 50/100 [50]">
              <a:extLst>
                <a:ext uri="{FF2B5EF4-FFF2-40B4-BE49-F238E27FC236}">
                  <a16:creationId xmlns:a16="http://schemas.microsoft.com/office/drawing/2014/main" id="{D5CE1598-6D7A-4D44-8C77-406476D5C522}"/>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dirty="0"/>
            </a:p>
          </p:txBody>
        </p:sp>
        <p:sp>
          <p:nvSpPr>
            <p:cNvPr id="81" name="Harvey 51/100 [51]">
              <a:extLst>
                <a:ext uri="{FF2B5EF4-FFF2-40B4-BE49-F238E27FC236}">
                  <a16:creationId xmlns:a16="http://schemas.microsoft.com/office/drawing/2014/main" id="{F2DF6732-AEFD-4697-BC9B-C58EB9BA8E40}"/>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dirty="0"/>
            </a:p>
          </p:txBody>
        </p:sp>
        <p:sp>
          <p:nvSpPr>
            <p:cNvPr id="82" name="Harvey 52/100 [52]">
              <a:extLst>
                <a:ext uri="{FF2B5EF4-FFF2-40B4-BE49-F238E27FC236}">
                  <a16:creationId xmlns:a16="http://schemas.microsoft.com/office/drawing/2014/main" id="{16803592-72AA-4516-A884-525A808682B4}"/>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dirty="0"/>
            </a:p>
          </p:txBody>
        </p:sp>
        <p:sp>
          <p:nvSpPr>
            <p:cNvPr id="83" name="Harvey 53/100 [53]">
              <a:extLst>
                <a:ext uri="{FF2B5EF4-FFF2-40B4-BE49-F238E27FC236}">
                  <a16:creationId xmlns:a16="http://schemas.microsoft.com/office/drawing/2014/main" id="{5F99AC13-0D56-4AE3-AEA7-5C4F5708B17A}"/>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dirty="0"/>
            </a:p>
          </p:txBody>
        </p:sp>
        <p:sp>
          <p:nvSpPr>
            <p:cNvPr id="84" name="Harvey 54/100 [54]">
              <a:extLst>
                <a:ext uri="{FF2B5EF4-FFF2-40B4-BE49-F238E27FC236}">
                  <a16:creationId xmlns:a16="http://schemas.microsoft.com/office/drawing/2014/main" id="{541F1DB6-93AE-4A84-AB2D-8BC8F86C3D84}"/>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dirty="0"/>
            </a:p>
          </p:txBody>
        </p:sp>
        <p:sp>
          <p:nvSpPr>
            <p:cNvPr id="85" name="Harvey 55/100 [55]">
              <a:extLst>
                <a:ext uri="{FF2B5EF4-FFF2-40B4-BE49-F238E27FC236}">
                  <a16:creationId xmlns:a16="http://schemas.microsoft.com/office/drawing/2014/main" id="{D502E6B1-F368-4550-A4D3-B3010A99F663}"/>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dirty="0"/>
            </a:p>
          </p:txBody>
        </p:sp>
        <p:sp>
          <p:nvSpPr>
            <p:cNvPr id="86" name="Harvey 56/100 [56]">
              <a:extLst>
                <a:ext uri="{FF2B5EF4-FFF2-40B4-BE49-F238E27FC236}">
                  <a16:creationId xmlns:a16="http://schemas.microsoft.com/office/drawing/2014/main" id="{4720ED11-4A42-479C-84D4-DDDADFCA8B0B}"/>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dirty="0"/>
            </a:p>
          </p:txBody>
        </p:sp>
        <p:sp>
          <p:nvSpPr>
            <p:cNvPr id="87" name="Harvey 57/100 [57]">
              <a:extLst>
                <a:ext uri="{FF2B5EF4-FFF2-40B4-BE49-F238E27FC236}">
                  <a16:creationId xmlns:a16="http://schemas.microsoft.com/office/drawing/2014/main" id="{21A74775-B349-48A0-8EB3-EB08D561D6B0}"/>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dirty="0"/>
            </a:p>
          </p:txBody>
        </p:sp>
        <p:sp>
          <p:nvSpPr>
            <p:cNvPr id="88" name="Harvey 58/100 [58]">
              <a:extLst>
                <a:ext uri="{FF2B5EF4-FFF2-40B4-BE49-F238E27FC236}">
                  <a16:creationId xmlns:a16="http://schemas.microsoft.com/office/drawing/2014/main" id="{0B6A7A23-5EE1-4D66-89A0-9F9216A2BE97}"/>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dirty="0"/>
            </a:p>
          </p:txBody>
        </p:sp>
        <p:sp>
          <p:nvSpPr>
            <p:cNvPr id="89" name="Harvey 59/100 [59]">
              <a:extLst>
                <a:ext uri="{FF2B5EF4-FFF2-40B4-BE49-F238E27FC236}">
                  <a16:creationId xmlns:a16="http://schemas.microsoft.com/office/drawing/2014/main" id="{97A2BD28-5A14-44CC-AF36-E25E51CB04F9}"/>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dirty="0"/>
            </a:p>
          </p:txBody>
        </p:sp>
        <p:sp>
          <p:nvSpPr>
            <p:cNvPr id="90" name="Harvey 60/100 [60]">
              <a:extLst>
                <a:ext uri="{FF2B5EF4-FFF2-40B4-BE49-F238E27FC236}">
                  <a16:creationId xmlns:a16="http://schemas.microsoft.com/office/drawing/2014/main" id="{FD9F7980-1AFD-41C1-8F06-2BD58E9E7DB3}"/>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dirty="0"/>
            </a:p>
          </p:txBody>
        </p:sp>
        <p:sp>
          <p:nvSpPr>
            <p:cNvPr id="91" name="Harvey 61/100 [61]">
              <a:extLst>
                <a:ext uri="{FF2B5EF4-FFF2-40B4-BE49-F238E27FC236}">
                  <a16:creationId xmlns:a16="http://schemas.microsoft.com/office/drawing/2014/main" id="{1F6026E1-58EA-4165-9806-8320F1A2151F}"/>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dirty="0"/>
            </a:p>
          </p:txBody>
        </p:sp>
        <p:sp>
          <p:nvSpPr>
            <p:cNvPr id="92" name="Harvey 62/100 [62]">
              <a:extLst>
                <a:ext uri="{FF2B5EF4-FFF2-40B4-BE49-F238E27FC236}">
                  <a16:creationId xmlns:a16="http://schemas.microsoft.com/office/drawing/2014/main" id="{6D59B6D1-D4A0-486E-B6B9-3FE8ECF9C85C}"/>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dirty="0"/>
            </a:p>
          </p:txBody>
        </p:sp>
        <p:sp>
          <p:nvSpPr>
            <p:cNvPr id="93" name="Harvey 63/100 [63]">
              <a:extLst>
                <a:ext uri="{FF2B5EF4-FFF2-40B4-BE49-F238E27FC236}">
                  <a16:creationId xmlns:a16="http://schemas.microsoft.com/office/drawing/2014/main" id="{72CA5142-D8D9-42C7-8426-2AAC92BBC5C5}"/>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dirty="0"/>
            </a:p>
          </p:txBody>
        </p:sp>
        <p:sp>
          <p:nvSpPr>
            <p:cNvPr id="94" name="Harvey 64/100 [64]">
              <a:extLst>
                <a:ext uri="{FF2B5EF4-FFF2-40B4-BE49-F238E27FC236}">
                  <a16:creationId xmlns:a16="http://schemas.microsoft.com/office/drawing/2014/main" id="{8C402CD6-E17F-4364-A73B-136161E50AD6}"/>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dirty="0"/>
            </a:p>
          </p:txBody>
        </p:sp>
        <p:sp>
          <p:nvSpPr>
            <p:cNvPr id="95" name="Harvey 65/100 [65]">
              <a:extLst>
                <a:ext uri="{FF2B5EF4-FFF2-40B4-BE49-F238E27FC236}">
                  <a16:creationId xmlns:a16="http://schemas.microsoft.com/office/drawing/2014/main" id="{01BAEB30-CD03-4381-BDDE-20B657FE5739}"/>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dirty="0"/>
            </a:p>
          </p:txBody>
        </p:sp>
        <p:sp>
          <p:nvSpPr>
            <p:cNvPr id="96" name="Harvey 66/100 [66]">
              <a:extLst>
                <a:ext uri="{FF2B5EF4-FFF2-40B4-BE49-F238E27FC236}">
                  <a16:creationId xmlns:a16="http://schemas.microsoft.com/office/drawing/2014/main" id="{A3D46CD0-3F66-416E-BAFF-126E1A4784A7}"/>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dirty="0"/>
            </a:p>
          </p:txBody>
        </p:sp>
        <p:sp>
          <p:nvSpPr>
            <p:cNvPr id="97" name="Harvey 67/100 [67]">
              <a:extLst>
                <a:ext uri="{FF2B5EF4-FFF2-40B4-BE49-F238E27FC236}">
                  <a16:creationId xmlns:a16="http://schemas.microsoft.com/office/drawing/2014/main" id="{0F1B6B8A-04A8-44E5-84B4-58A3959BB46B}"/>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dirty="0"/>
            </a:p>
          </p:txBody>
        </p:sp>
        <p:sp>
          <p:nvSpPr>
            <p:cNvPr id="98" name="Harvey 68/100 [68]">
              <a:extLst>
                <a:ext uri="{FF2B5EF4-FFF2-40B4-BE49-F238E27FC236}">
                  <a16:creationId xmlns:a16="http://schemas.microsoft.com/office/drawing/2014/main" id="{06028C46-1883-45B7-8314-A8D2BF1FBD61}"/>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dirty="0"/>
            </a:p>
          </p:txBody>
        </p:sp>
        <p:sp>
          <p:nvSpPr>
            <p:cNvPr id="99" name="Harvey 69/100 [69]">
              <a:extLst>
                <a:ext uri="{FF2B5EF4-FFF2-40B4-BE49-F238E27FC236}">
                  <a16:creationId xmlns:a16="http://schemas.microsoft.com/office/drawing/2014/main" id="{F99BDCEF-D0B7-4B1D-9B03-512515EB7624}"/>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dirty="0"/>
            </a:p>
          </p:txBody>
        </p:sp>
        <p:sp>
          <p:nvSpPr>
            <p:cNvPr id="100" name="Harvey 70/100 [70]">
              <a:extLst>
                <a:ext uri="{FF2B5EF4-FFF2-40B4-BE49-F238E27FC236}">
                  <a16:creationId xmlns:a16="http://schemas.microsoft.com/office/drawing/2014/main" id="{CC7813EC-4BD1-43A5-BA1A-26ACB8B2E6FA}"/>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dirty="0"/>
            </a:p>
          </p:txBody>
        </p:sp>
        <p:sp>
          <p:nvSpPr>
            <p:cNvPr id="101" name="Harvey 71/100 [71]">
              <a:extLst>
                <a:ext uri="{FF2B5EF4-FFF2-40B4-BE49-F238E27FC236}">
                  <a16:creationId xmlns:a16="http://schemas.microsoft.com/office/drawing/2014/main" id="{8162D4CF-AA2B-4374-92D5-BD31E37529FF}"/>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dirty="0"/>
            </a:p>
          </p:txBody>
        </p:sp>
        <p:sp>
          <p:nvSpPr>
            <p:cNvPr id="102" name="Harvey 72/100 [72]">
              <a:extLst>
                <a:ext uri="{FF2B5EF4-FFF2-40B4-BE49-F238E27FC236}">
                  <a16:creationId xmlns:a16="http://schemas.microsoft.com/office/drawing/2014/main" id="{710989EA-C787-4E9F-8213-206712EC3CFE}"/>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dirty="0"/>
            </a:p>
          </p:txBody>
        </p:sp>
        <p:sp>
          <p:nvSpPr>
            <p:cNvPr id="103" name="Harvey 73/100 [73]">
              <a:extLst>
                <a:ext uri="{FF2B5EF4-FFF2-40B4-BE49-F238E27FC236}">
                  <a16:creationId xmlns:a16="http://schemas.microsoft.com/office/drawing/2014/main" id="{67A73065-5334-4F41-A369-8EB437B331D7}"/>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dirty="0"/>
            </a:p>
          </p:txBody>
        </p:sp>
        <p:sp>
          <p:nvSpPr>
            <p:cNvPr id="104" name="Harvey 74/100 [74]">
              <a:extLst>
                <a:ext uri="{FF2B5EF4-FFF2-40B4-BE49-F238E27FC236}">
                  <a16:creationId xmlns:a16="http://schemas.microsoft.com/office/drawing/2014/main" id="{14727066-BEC2-49F3-AA3E-E3A425402AE8}"/>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dirty="0"/>
            </a:p>
          </p:txBody>
        </p:sp>
        <p:sp>
          <p:nvSpPr>
            <p:cNvPr id="105" name="Harvey 75/100 [75]">
              <a:extLst>
                <a:ext uri="{FF2B5EF4-FFF2-40B4-BE49-F238E27FC236}">
                  <a16:creationId xmlns:a16="http://schemas.microsoft.com/office/drawing/2014/main" id="{113B9B44-4595-4732-933D-6C0AA7F533BB}"/>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dirty="0"/>
            </a:p>
          </p:txBody>
        </p:sp>
        <p:sp>
          <p:nvSpPr>
            <p:cNvPr id="106" name="Harvey 76/100 [76]">
              <a:extLst>
                <a:ext uri="{FF2B5EF4-FFF2-40B4-BE49-F238E27FC236}">
                  <a16:creationId xmlns:a16="http://schemas.microsoft.com/office/drawing/2014/main" id="{06EBC64F-EA62-4482-A2A7-5939C0723B11}"/>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dirty="0"/>
            </a:p>
          </p:txBody>
        </p:sp>
        <p:sp>
          <p:nvSpPr>
            <p:cNvPr id="107" name="Harvey 77/100 [77]">
              <a:extLst>
                <a:ext uri="{FF2B5EF4-FFF2-40B4-BE49-F238E27FC236}">
                  <a16:creationId xmlns:a16="http://schemas.microsoft.com/office/drawing/2014/main" id="{33897A80-E31B-4861-AB97-6833FD1866E7}"/>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dirty="0"/>
            </a:p>
          </p:txBody>
        </p:sp>
        <p:sp>
          <p:nvSpPr>
            <p:cNvPr id="108" name="Harvey 78/100 [78]">
              <a:extLst>
                <a:ext uri="{FF2B5EF4-FFF2-40B4-BE49-F238E27FC236}">
                  <a16:creationId xmlns:a16="http://schemas.microsoft.com/office/drawing/2014/main" id="{B0225A30-1CA9-4637-83EA-DCD6E18DED7D}"/>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dirty="0"/>
            </a:p>
          </p:txBody>
        </p:sp>
        <p:sp>
          <p:nvSpPr>
            <p:cNvPr id="109" name="Harvey 79/100 [79]">
              <a:extLst>
                <a:ext uri="{FF2B5EF4-FFF2-40B4-BE49-F238E27FC236}">
                  <a16:creationId xmlns:a16="http://schemas.microsoft.com/office/drawing/2014/main" id="{97423E78-84B8-41A4-88C0-2B85AECC0B84}"/>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dirty="0"/>
            </a:p>
          </p:txBody>
        </p:sp>
        <p:sp>
          <p:nvSpPr>
            <p:cNvPr id="110" name="Harvey 80/100 [80]">
              <a:extLst>
                <a:ext uri="{FF2B5EF4-FFF2-40B4-BE49-F238E27FC236}">
                  <a16:creationId xmlns:a16="http://schemas.microsoft.com/office/drawing/2014/main" id="{290A0180-433B-47A5-BF80-1EEB17480B28}"/>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dirty="0"/>
            </a:p>
          </p:txBody>
        </p:sp>
        <p:sp>
          <p:nvSpPr>
            <p:cNvPr id="111" name="Harvey 81/100 [81]">
              <a:extLst>
                <a:ext uri="{FF2B5EF4-FFF2-40B4-BE49-F238E27FC236}">
                  <a16:creationId xmlns:a16="http://schemas.microsoft.com/office/drawing/2014/main" id="{9926ED4B-698A-4425-A478-27C93E5CE58B}"/>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dirty="0"/>
            </a:p>
          </p:txBody>
        </p:sp>
        <p:sp>
          <p:nvSpPr>
            <p:cNvPr id="112" name="Harvey 82/100 [82]">
              <a:extLst>
                <a:ext uri="{FF2B5EF4-FFF2-40B4-BE49-F238E27FC236}">
                  <a16:creationId xmlns:a16="http://schemas.microsoft.com/office/drawing/2014/main" id="{7D7BFD81-01C8-4719-9A58-A31303343AA6}"/>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dirty="0"/>
            </a:p>
          </p:txBody>
        </p:sp>
        <p:sp>
          <p:nvSpPr>
            <p:cNvPr id="113" name="Harvey 83/100 [83]">
              <a:extLst>
                <a:ext uri="{FF2B5EF4-FFF2-40B4-BE49-F238E27FC236}">
                  <a16:creationId xmlns:a16="http://schemas.microsoft.com/office/drawing/2014/main" id="{C087B679-2D15-4E9F-B11A-BB0FE103AF93}"/>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dirty="0"/>
            </a:p>
          </p:txBody>
        </p:sp>
        <p:sp>
          <p:nvSpPr>
            <p:cNvPr id="114" name="Harvey 84/100 [84]">
              <a:extLst>
                <a:ext uri="{FF2B5EF4-FFF2-40B4-BE49-F238E27FC236}">
                  <a16:creationId xmlns:a16="http://schemas.microsoft.com/office/drawing/2014/main" id="{11D03C6A-977B-4008-8A7A-3E2151BE46B2}"/>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dirty="0"/>
            </a:p>
          </p:txBody>
        </p:sp>
        <p:sp>
          <p:nvSpPr>
            <p:cNvPr id="115" name="Harvey 85/100 [85]">
              <a:extLst>
                <a:ext uri="{FF2B5EF4-FFF2-40B4-BE49-F238E27FC236}">
                  <a16:creationId xmlns:a16="http://schemas.microsoft.com/office/drawing/2014/main" id="{082E0242-5963-4F00-A534-FEF1C51B9AFA}"/>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dirty="0"/>
            </a:p>
          </p:txBody>
        </p:sp>
        <p:sp>
          <p:nvSpPr>
            <p:cNvPr id="116" name="Harvey 86/100 [86]">
              <a:extLst>
                <a:ext uri="{FF2B5EF4-FFF2-40B4-BE49-F238E27FC236}">
                  <a16:creationId xmlns:a16="http://schemas.microsoft.com/office/drawing/2014/main" id="{52079047-834D-4C25-BFD9-12E3AD917B28}"/>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dirty="0"/>
            </a:p>
          </p:txBody>
        </p:sp>
        <p:sp>
          <p:nvSpPr>
            <p:cNvPr id="117" name="Harvey 87/100 [87]">
              <a:extLst>
                <a:ext uri="{FF2B5EF4-FFF2-40B4-BE49-F238E27FC236}">
                  <a16:creationId xmlns:a16="http://schemas.microsoft.com/office/drawing/2014/main" id="{E203379C-10FF-442E-9FC3-2B647AC3BDFD}"/>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dirty="0"/>
            </a:p>
          </p:txBody>
        </p:sp>
        <p:sp>
          <p:nvSpPr>
            <p:cNvPr id="118" name="Harvey 88/100 [88]">
              <a:extLst>
                <a:ext uri="{FF2B5EF4-FFF2-40B4-BE49-F238E27FC236}">
                  <a16:creationId xmlns:a16="http://schemas.microsoft.com/office/drawing/2014/main" id="{92333550-029A-4109-95FE-C047B815C2DF}"/>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dirty="0"/>
            </a:p>
          </p:txBody>
        </p:sp>
        <p:sp>
          <p:nvSpPr>
            <p:cNvPr id="119" name="Harvey 89/100 [89]">
              <a:extLst>
                <a:ext uri="{FF2B5EF4-FFF2-40B4-BE49-F238E27FC236}">
                  <a16:creationId xmlns:a16="http://schemas.microsoft.com/office/drawing/2014/main" id="{1F32300F-FDD5-4B38-864C-CB443526AD71}"/>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dirty="0"/>
            </a:p>
          </p:txBody>
        </p:sp>
        <p:sp>
          <p:nvSpPr>
            <p:cNvPr id="120" name="Harvey 90/100 [90]">
              <a:extLst>
                <a:ext uri="{FF2B5EF4-FFF2-40B4-BE49-F238E27FC236}">
                  <a16:creationId xmlns:a16="http://schemas.microsoft.com/office/drawing/2014/main" id="{697ADF22-F97D-4F1C-BCC7-E4612CB741D3}"/>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dirty="0"/>
            </a:p>
          </p:txBody>
        </p:sp>
        <p:sp>
          <p:nvSpPr>
            <p:cNvPr id="121" name="Harvey 91/100 [91]">
              <a:extLst>
                <a:ext uri="{FF2B5EF4-FFF2-40B4-BE49-F238E27FC236}">
                  <a16:creationId xmlns:a16="http://schemas.microsoft.com/office/drawing/2014/main" id="{9056A6F9-3DA3-4E9B-9E20-5113253AFD24}"/>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dirty="0"/>
            </a:p>
          </p:txBody>
        </p:sp>
        <p:sp>
          <p:nvSpPr>
            <p:cNvPr id="122" name="Harvey 92/100 [92]">
              <a:extLst>
                <a:ext uri="{FF2B5EF4-FFF2-40B4-BE49-F238E27FC236}">
                  <a16:creationId xmlns:a16="http://schemas.microsoft.com/office/drawing/2014/main" id="{AE2D63FA-5325-44CA-8AD7-EF0DF6F08E63}"/>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dirty="0"/>
            </a:p>
          </p:txBody>
        </p:sp>
        <p:sp>
          <p:nvSpPr>
            <p:cNvPr id="123" name="Harvey 93/100 [93]">
              <a:extLst>
                <a:ext uri="{FF2B5EF4-FFF2-40B4-BE49-F238E27FC236}">
                  <a16:creationId xmlns:a16="http://schemas.microsoft.com/office/drawing/2014/main" id="{FAC70D65-FE27-4362-B6CB-C8E98F2364A0}"/>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dirty="0"/>
            </a:p>
          </p:txBody>
        </p:sp>
        <p:sp>
          <p:nvSpPr>
            <p:cNvPr id="124" name="Harvey 94/100 [94]">
              <a:extLst>
                <a:ext uri="{FF2B5EF4-FFF2-40B4-BE49-F238E27FC236}">
                  <a16:creationId xmlns:a16="http://schemas.microsoft.com/office/drawing/2014/main" id="{81AD4C59-EFEF-459D-A27F-15A146895412}"/>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dirty="0"/>
            </a:p>
          </p:txBody>
        </p:sp>
        <p:sp>
          <p:nvSpPr>
            <p:cNvPr id="125" name="Harvey 95/100 [95]">
              <a:extLst>
                <a:ext uri="{FF2B5EF4-FFF2-40B4-BE49-F238E27FC236}">
                  <a16:creationId xmlns:a16="http://schemas.microsoft.com/office/drawing/2014/main" id="{10332771-7241-4A69-9E3B-39EE0DD599DB}"/>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dirty="0"/>
            </a:p>
          </p:txBody>
        </p:sp>
        <p:sp>
          <p:nvSpPr>
            <p:cNvPr id="126" name="Harvey 96/100 [96]">
              <a:extLst>
                <a:ext uri="{FF2B5EF4-FFF2-40B4-BE49-F238E27FC236}">
                  <a16:creationId xmlns:a16="http://schemas.microsoft.com/office/drawing/2014/main" id="{ECCA8BB1-856A-44D2-836F-0D09CCB6E639}"/>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dirty="0"/>
            </a:p>
          </p:txBody>
        </p:sp>
        <p:sp>
          <p:nvSpPr>
            <p:cNvPr id="127" name="Harvey 97/100 [97]">
              <a:extLst>
                <a:ext uri="{FF2B5EF4-FFF2-40B4-BE49-F238E27FC236}">
                  <a16:creationId xmlns:a16="http://schemas.microsoft.com/office/drawing/2014/main" id="{817876D5-B5AE-4CB9-91F0-3216E405ABFC}"/>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dirty="0"/>
            </a:p>
          </p:txBody>
        </p:sp>
        <p:sp>
          <p:nvSpPr>
            <p:cNvPr id="128" name="Harvey 98/100 [98]">
              <a:extLst>
                <a:ext uri="{FF2B5EF4-FFF2-40B4-BE49-F238E27FC236}">
                  <a16:creationId xmlns:a16="http://schemas.microsoft.com/office/drawing/2014/main" id="{590CBEB8-26D2-44A7-AFC9-3B1CFAFBFD58}"/>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dirty="0"/>
            </a:p>
          </p:txBody>
        </p:sp>
        <p:sp>
          <p:nvSpPr>
            <p:cNvPr id="129" name="Harvey 99/100 [99]">
              <a:extLst>
                <a:ext uri="{FF2B5EF4-FFF2-40B4-BE49-F238E27FC236}">
                  <a16:creationId xmlns:a16="http://schemas.microsoft.com/office/drawing/2014/main" id="{9E11B621-B7C7-42B9-B8C0-3204D6DB8B09}"/>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dirty="0"/>
            </a:p>
          </p:txBody>
        </p:sp>
        <p:sp>
          <p:nvSpPr>
            <p:cNvPr id="130" name="Harvey 100/100 [100]">
              <a:extLst>
                <a:ext uri="{FF2B5EF4-FFF2-40B4-BE49-F238E27FC236}">
                  <a16:creationId xmlns:a16="http://schemas.microsoft.com/office/drawing/2014/main" id="{D0CABEAB-553B-494A-B777-460445E83DC6}"/>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dirty="0"/>
            </a:p>
          </p:txBody>
        </p:sp>
      </p:grpSp>
      <p:sp>
        <p:nvSpPr>
          <p:cNvPr id="131" name="Footnote [Placeholder]" hidden="1">
            <a:extLst>
              <a:ext uri="{FF2B5EF4-FFF2-40B4-BE49-F238E27FC236}">
                <a16:creationId xmlns:a16="http://schemas.microsoft.com/office/drawing/2014/main" id="{68B218BD-395A-4502-A94E-A08DE8654F26}"/>
              </a:ext>
            </a:extLst>
          </p:cNvPr>
          <p:cNvSpPr txBox="1"/>
          <p:nvPr userDrawn="1"/>
        </p:nvSpPr>
        <p:spPr>
          <a:xfrm>
            <a:off x="503238" y="5984668"/>
            <a:ext cx="10188208"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kern="0" dirty="0">
                <a:ea typeface="Arial Unicode MS" pitchFamily="34" charset="-128"/>
                <a:cs typeface="Arial Unicode MS" pitchFamily="34" charset="-128"/>
              </a:rPr>
              <a:t>(r) Footnote</a:t>
            </a:r>
          </a:p>
        </p:txBody>
      </p:sp>
      <p:sp>
        <p:nvSpPr>
          <p:cNvPr id="132" name="Responsible [Sticker]" hidden="1">
            <a:extLst>
              <a:ext uri="{FF2B5EF4-FFF2-40B4-BE49-F238E27FC236}">
                <a16:creationId xmlns:a16="http://schemas.microsoft.com/office/drawing/2014/main" id="{A7961E44-961D-4848-8CEB-1EFCB33CB293}"/>
              </a:ext>
            </a:extLst>
          </p:cNvPr>
          <p:cNvSpPr>
            <a:spLocks/>
          </p:cNvSpPr>
          <p:nvPr userDrawn="1"/>
        </p:nvSpPr>
        <p:spPr>
          <a:xfrm>
            <a:off x="10071105" y="896931"/>
            <a:ext cx="2124070" cy="59540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Responsible: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Name Lastname</a:t>
            </a:r>
          </a:p>
        </p:txBody>
      </p:sp>
      <p:sp>
        <p:nvSpPr>
          <p:cNvPr id="133" name="Discussion [Sticker]" hidden="1">
            <a:extLst>
              <a:ext uri="{FF2B5EF4-FFF2-40B4-BE49-F238E27FC236}">
                <a16:creationId xmlns:a16="http://schemas.microsoft.com/office/drawing/2014/main" id="{37E592D2-D46E-4E6F-83FE-862FA73EFB57}"/>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Roboto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4CFF5549-C64F-4551-8F2F-5D3B660A3675}"/>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Internal use only</a:t>
            </a:r>
          </a:p>
        </p:txBody>
      </p:sp>
      <p:sp>
        <p:nvSpPr>
          <p:cNvPr id="135" name="Final [Sticker]" hidden="1">
            <a:extLst>
              <a:ext uri="{FF2B5EF4-FFF2-40B4-BE49-F238E27FC236}">
                <a16:creationId xmlns:a16="http://schemas.microsoft.com/office/drawing/2014/main" id="{8FE9E35B-59B2-4A10-A724-3DFA5A54B446}"/>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Final slide</a:t>
            </a:r>
          </a:p>
        </p:txBody>
      </p:sp>
      <p:sp>
        <p:nvSpPr>
          <p:cNvPr id="136" name="Backup [Sticker]" hidden="1">
            <a:extLst>
              <a:ext uri="{FF2B5EF4-FFF2-40B4-BE49-F238E27FC236}">
                <a16:creationId xmlns:a16="http://schemas.microsoft.com/office/drawing/2014/main" id="{A4D308D9-9560-4C6C-90F4-615C4E747CF1}"/>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Backup</a:t>
            </a:r>
          </a:p>
        </p:txBody>
      </p:sp>
      <p:sp>
        <p:nvSpPr>
          <p:cNvPr id="137" name="Update [Sticker]" hidden="1">
            <a:extLst>
              <a:ext uri="{FF2B5EF4-FFF2-40B4-BE49-F238E27FC236}">
                <a16:creationId xmlns:a16="http://schemas.microsoft.com/office/drawing/2014/main" id="{27E0EE38-41B7-4F78-8FF1-CBCB26374803}"/>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Update data</a:t>
            </a:r>
          </a:p>
        </p:txBody>
      </p:sp>
      <p:sp>
        <p:nvSpPr>
          <p:cNvPr id="138" name="Dummy [Sticker]" hidden="1">
            <a:extLst>
              <a:ext uri="{FF2B5EF4-FFF2-40B4-BE49-F238E27FC236}">
                <a16:creationId xmlns:a16="http://schemas.microsoft.com/office/drawing/2014/main" id="{2FE8C0B9-ACE9-4D2C-ADF2-5408026F7DD3}"/>
              </a:ext>
            </a:extLst>
          </p:cNvPr>
          <p:cNvSpPr>
            <a:spLocks/>
          </p:cNvSpPr>
          <p:nvPr userDrawn="1"/>
        </p:nvSpPr>
        <p:spPr>
          <a:xfrm>
            <a:off x="10071105" y="896920"/>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rPr>
              <a:t>Dummy data</a:t>
            </a:r>
          </a:p>
        </p:txBody>
      </p:sp>
      <p:sp>
        <p:nvSpPr>
          <p:cNvPr id="139" name="Formatting [Comment]" hidden="1">
            <a:extLst>
              <a:ext uri="{FF2B5EF4-FFF2-40B4-BE49-F238E27FC236}">
                <a16:creationId xmlns:a16="http://schemas.microsoft.com/office/drawing/2014/main" id="{8C71CC93-5EE5-4874-AD2D-4189352D970E}"/>
              </a:ext>
            </a:extLst>
          </p:cNvPr>
          <p:cNvSpPr>
            <a:spLocks/>
          </p:cNvSpPr>
          <p:nvPr userDrawn="1"/>
        </p:nvSpPr>
        <p:spPr>
          <a:xfrm>
            <a:off x="9483344" y="1097679"/>
            <a:ext cx="2479101" cy="1277432"/>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A0A0A"/>
                </a:solidFill>
                <a:effectLst/>
                <a:uLnTx/>
                <a:uFillTx/>
              </a:rPr>
              <a:t>&lt;initials&gt; &lt;date&gt;yyyy-MM-dd hh:mm&lt;/date&gt;: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A0A0A"/>
              </a:solidFill>
              <a:effectLst/>
              <a:uLnTx/>
              <a:uFillTx/>
            </a:endParaRPr>
          </a:p>
        </p:txBody>
      </p:sp>
      <p:sp>
        <p:nvSpPr>
          <p:cNvPr id="140" name="Content [Comment]" hidden="1">
            <a:extLst>
              <a:ext uri="{FF2B5EF4-FFF2-40B4-BE49-F238E27FC236}">
                <a16:creationId xmlns:a16="http://schemas.microsoft.com/office/drawing/2014/main" id="{48CE323D-DC14-4B3E-B71E-DD8022C75652}"/>
              </a:ext>
            </a:extLst>
          </p:cNvPr>
          <p:cNvSpPr>
            <a:spLocks/>
          </p:cNvSpPr>
          <p:nvPr userDrawn="1"/>
        </p:nvSpPr>
        <p:spPr>
          <a:xfrm>
            <a:off x="9483344" y="1097671"/>
            <a:ext cx="2479101" cy="1277440"/>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A0A0A"/>
                </a:solidFill>
                <a:effectLst/>
                <a:uLnTx/>
                <a:uFillTx/>
              </a:rPr>
              <a:t>&lt;initials&gt; &lt;date&gt;yyyy-MM-dd hh:mm&lt;/date&gt;: </a:t>
            </a:r>
          </a:p>
        </p:txBody>
      </p:sp>
      <p:sp>
        <p:nvSpPr>
          <p:cNvPr id="141" name="Draft [Sticker]" hidden="1">
            <a:extLst>
              <a:ext uri="{FF2B5EF4-FFF2-40B4-BE49-F238E27FC236}">
                <a16:creationId xmlns:a16="http://schemas.microsoft.com/office/drawing/2014/main" id="{15AE75A8-6AB5-4AF9-9E1C-D8D161F64E60}"/>
              </a:ext>
            </a:extLst>
          </p:cNvPr>
          <p:cNvSpPr/>
          <p:nvPr userDrawn="1"/>
        </p:nvSpPr>
        <p:spPr bwMode="gray">
          <a:xfrm rot="18900000">
            <a:off x="2916643" y="2819462"/>
            <a:ext cx="6361889"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800" b="1" i="0" u="none" strike="noStrike" kern="0" cap="none" spc="0" normalizeH="0" baseline="0" noProof="0" dirty="0">
                <a:ln>
                  <a:noFill/>
                </a:ln>
                <a:solidFill>
                  <a:schemeClr val="tx2"/>
                </a:solidFill>
                <a:effectLst/>
                <a:uLnTx/>
                <a:uFillTx/>
                <a:ea typeface="Arial Unicode MS" pitchFamily="34" charset="-128"/>
                <a:cs typeface="Arial Unicode MS" pitchFamily="34" charset="-128"/>
              </a:rPr>
              <a:t>DRAFT</a:t>
            </a:r>
          </a:p>
        </p:txBody>
      </p:sp>
    </p:spTree>
    <p:extLst>
      <p:ext uri="{BB962C8B-B14F-4D97-AF65-F5344CB8AC3E}">
        <p14:creationId xmlns:p14="http://schemas.microsoft.com/office/powerpoint/2010/main" val="4060171791"/>
      </p:ext>
    </p:extLst>
  </p:cSld>
  <p:clrMap bg1="dk1" tx1="lt1" bg2="dk2" tx2="lt2" accent1="accent1" accent2="accent2" accent3="accent3" accent4="accent4" accent5="accent5" accent6="accent6" hlink="hlink" folHlink="folHlink"/>
  <p:sldLayoutIdLst>
    <p:sldLayoutId id="2147483818" r:id="rId1"/>
    <p:sldLayoutId id="2147483819"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 id="2147483830" r:id="rId12"/>
    <p:sldLayoutId id="2147483831" r:id="rId13"/>
    <p:sldLayoutId id="2147483832" r:id="rId14"/>
    <p:sldLayoutId id="2147483834" r:id="rId15"/>
    <p:sldLayoutId id="2147483835" r:id="rId16"/>
    <p:sldLayoutId id="2147483836" r:id="rId17"/>
    <p:sldLayoutId id="2147483837" r:id="rId18"/>
    <p:sldLayoutId id="2147483838" r:id="rId19"/>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0195A"/>
        </a:solidFill>
        <a:effectLst/>
      </p:bgPr>
    </p:bg>
    <p:spTree>
      <p:nvGrpSpPr>
        <p:cNvPr id="1" name=""/>
        <p:cNvGrpSpPr/>
        <p:nvPr/>
      </p:nvGrpSpPr>
      <p:grpSpPr>
        <a:xfrm>
          <a:off x="0" y="0"/>
          <a:ext cx="0" cy="0"/>
          <a:chOff x="0" y="0"/>
          <a:chExt cx="0" cy="0"/>
        </a:xfrm>
      </p:grpSpPr>
      <p:sp>
        <p:nvSpPr>
          <p:cNvPr id="3" name="Text Placeholder"/>
          <p:cNvSpPr>
            <a:spLocks noGrp="1"/>
          </p:cNvSpPr>
          <p:nvPr userDrawn="1">
            <p:ph type="body" idx="1"/>
          </p:nvPr>
        </p:nvSpPr>
        <p:spPr bwMode="black">
          <a:xfrm>
            <a:off x="504001" y="1620000"/>
            <a:ext cx="11186476" cy="4716000"/>
          </a:xfrm>
          <a:prstGeom prst="rect">
            <a:avLst/>
          </a:prstGeom>
        </p:spPr>
        <p:txBody>
          <a:bodyPr vert="horz" lIns="0" tIns="0" rIns="0" bIns="0" rtlCol="0">
            <a:normAutofit/>
          </a:bodyPr>
          <a:lstStyle/>
          <a:p>
            <a:pPr lvl="0"/>
            <a:r>
              <a:rPr lang="en-US" noProof="0"/>
              <a:t>First level</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4001" y="504000"/>
            <a:ext cx="11186476" cy="369332"/>
          </a:xfrm>
          <a:prstGeom prst="rect">
            <a:avLst/>
          </a:prstGeom>
        </p:spPr>
        <p:txBody>
          <a:bodyPr vert="horz" wrap="square" lIns="0" tIns="0" rIns="0" bIns="0" rtlCol="0" anchor="t" anchorCtr="0">
            <a:spAutoFit/>
          </a:bodyPr>
          <a:lstStyle/>
          <a:p>
            <a:r>
              <a:rPr lang="en-US" noProof="0"/>
              <a:t>Insert page title (sentence case)</a:t>
            </a:r>
          </a:p>
        </p:txBody>
      </p:sp>
      <p:sp>
        <p:nvSpPr>
          <p:cNvPr id="13" name="Slide number">
            <a:extLst>
              <a:ext uri="{FF2B5EF4-FFF2-40B4-BE49-F238E27FC236}">
                <a16:creationId xmlns:a16="http://schemas.microsoft.com/office/drawing/2014/main" id="{6F6D7778-F272-4F12-ADD2-8AE6FF10DDDC}"/>
              </a:ext>
            </a:extLst>
          </p:cNvP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8" name="Text Placeholder 9" descr="{&quot;templafy&quot;:{&quot;id&quot;:&quot;fb022f7b-1639-4c19-a768-cb5313be7c43&quot;}}">
            <a:extLst>
              <a:ext uri="{FF2B5EF4-FFF2-40B4-BE49-F238E27FC236}">
                <a16:creationId xmlns:a16="http://schemas.microsoft.com/office/drawing/2014/main" id="{E2298AE1-CDB8-4D61-8E3E-B33DFA9BF7BF}"/>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dirty="0"/>
              <a:t>INTERNAL – SAP and Partners Only</a:t>
            </a:r>
          </a:p>
        </p:txBody>
      </p:sp>
      <p:grpSp>
        <p:nvGrpSpPr>
          <p:cNvPr id="6" name="Harvey 3" hidden="1">
            <a:extLst>
              <a:ext uri="{FF2B5EF4-FFF2-40B4-BE49-F238E27FC236}">
                <a16:creationId xmlns:a16="http://schemas.microsoft.com/office/drawing/2014/main" id="{8DC1505A-D53E-46CB-98E1-B26FE6EF50E2}"/>
              </a:ext>
            </a:extLst>
          </p:cNvPr>
          <p:cNvGrpSpPr>
            <a:grpSpLocks/>
          </p:cNvGrpSpPr>
          <p:nvPr userDrawn="1">
            <p:custDataLst>
              <p:tags r:id="rId5"/>
            </p:custDataLst>
          </p:nvPr>
        </p:nvGrpSpPr>
        <p:grpSpPr>
          <a:xfrm>
            <a:off x="3938798" y="3978000"/>
            <a:ext cx="1024878" cy="1024878"/>
            <a:chOff x="0" y="0"/>
            <a:chExt cx="914400" cy="914400"/>
          </a:xfrm>
          <a:solidFill>
            <a:schemeClr val="accent1"/>
          </a:solidFill>
        </p:grpSpPr>
        <p:sp>
          <p:nvSpPr>
            <p:cNvPr id="7" name="Harvey 0/3 [0]">
              <a:extLst>
                <a:ext uri="{FF2B5EF4-FFF2-40B4-BE49-F238E27FC236}">
                  <a16:creationId xmlns:a16="http://schemas.microsoft.com/office/drawing/2014/main" id="{B03385C0-FA62-482E-86F8-51D141991BAA}"/>
                </a:ext>
              </a:extLst>
            </p:cNvPr>
            <p:cNvSpPr>
              <a:spLocks noChangeAspect="1"/>
            </p:cNvSpPr>
            <p:nvPr>
              <p:custDataLst>
                <p:tags r:id="rId124"/>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Harvey 1/3 [1]">
              <a:extLst>
                <a:ext uri="{FF2B5EF4-FFF2-40B4-BE49-F238E27FC236}">
                  <a16:creationId xmlns:a16="http://schemas.microsoft.com/office/drawing/2014/main" id="{2AF839AF-2E27-4E20-AC45-63BF5A3D6D5B}"/>
                </a:ext>
              </a:extLst>
            </p:cNvPr>
            <p:cNvSpPr>
              <a:spLocks noChangeAspect="1"/>
            </p:cNvSpPr>
            <p:nvPr>
              <p:custDataLst>
                <p:tags r:id="rId125"/>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Harvey 2/3 [2]">
              <a:extLst>
                <a:ext uri="{FF2B5EF4-FFF2-40B4-BE49-F238E27FC236}">
                  <a16:creationId xmlns:a16="http://schemas.microsoft.com/office/drawing/2014/main" id="{2BBEF0FA-98A4-41EB-8C3C-CDC4A9952293}"/>
                </a:ext>
              </a:extLst>
            </p:cNvPr>
            <p:cNvSpPr>
              <a:spLocks noChangeAspect="1"/>
            </p:cNvSpPr>
            <p:nvPr>
              <p:custDataLst>
                <p:tags r:id="rId126"/>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 name="Harvey 3/3 [3]">
              <a:extLst>
                <a:ext uri="{FF2B5EF4-FFF2-40B4-BE49-F238E27FC236}">
                  <a16:creationId xmlns:a16="http://schemas.microsoft.com/office/drawing/2014/main" id="{588E309A-5C95-4579-A744-8BCF77C6484D}"/>
                </a:ext>
              </a:extLst>
            </p:cNvPr>
            <p:cNvSpPr>
              <a:spLocks noChangeAspect="1"/>
            </p:cNvSpPr>
            <p:nvPr>
              <p:custDataLst>
                <p:tags r:id="rId127"/>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2" name="Harvey 4" hidden="1">
            <a:extLst>
              <a:ext uri="{FF2B5EF4-FFF2-40B4-BE49-F238E27FC236}">
                <a16:creationId xmlns:a16="http://schemas.microsoft.com/office/drawing/2014/main" id="{FAAF2626-AAF4-4D60-8827-D9A28E763C6A}"/>
              </a:ext>
            </a:extLst>
          </p:cNvPr>
          <p:cNvGrpSpPr>
            <a:grpSpLocks/>
          </p:cNvGrpSpPr>
          <p:nvPr userDrawn="1">
            <p:custDataLst>
              <p:tags r:id="rId6"/>
            </p:custDataLst>
          </p:nvPr>
        </p:nvGrpSpPr>
        <p:grpSpPr>
          <a:xfrm>
            <a:off x="5391506" y="3978000"/>
            <a:ext cx="1024878" cy="1024878"/>
            <a:chOff x="0" y="0"/>
            <a:chExt cx="914400" cy="914400"/>
          </a:xfrm>
          <a:solidFill>
            <a:schemeClr val="accent1"/>
          </a:solidFill>
        </p:grpSpPr>
        <p:sp>
          <p:nvSpPr>
            <p:cNvPr id="14" name="Harvey 0/4 [0]">
              <a:extLst>
                <a:ext uri="{FF2B5EF4-FFF2-40B4-BE49-F238E27FC236}">
                  <a16:creationId xmlns:a16="http://schemas.microsoft.com/office/drawing/2014/main" id="{2DF0EC80-934B-46F9-B89F-1A2188954F1C}"/>
                </a:ext>
              </a:extLst>
            </p:cNvPr>
            <p:cNvSpPr>
              <a:spLocks noChangeAspect="1"/>
            </p:cNvSpPr>
            <p:nvPr>
              <p:custDataLst>
                <p:tags r:id="rId119"/>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Harvey 1/4 [1]">
              <a:extLst>
                <a:ext uri="{FF2B5EF4-FFF2-40B4-BE49-F238E27FC236}">
                  <a16:creationId xmlns:a16="http://schemas.microsoft.com/office/drawing/2014/main" id="{1A34F556-9FC3-43DE-B08C-349BA9AF8100}"/>
                </a:ext>
              </a:extLst>
            </p:cNvPr>
            <p:cNvSpPr>
              <a:spLocks noChangeAspect="1"/>
            </p:cNvSpPr>
            <p:nvPr>
              <p:custDataLst>
                <p:tags r:id="rId120"/>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Harvey 2/4 [2]">
              <a:extLst>
                <a:ext uri="{FF2B5EF4-FFF2-40B4-BE49-F238E27FC236}">
                  <a16:creationId xmlns:a16="http://schemas.microsoft.com/office/drawing/2014/main" id="{B4650B2C-1EE2-4EBC-AAA6-824B8B062675}"/>
                </a:ext>
              </a:extLst>
            </p:cNvPr>
            <p:cNvSpPr>
              <a:spLocks noChangeAspect="1"/>
            </p:cNvSpPr>
            <p:nvPr>
              <p:custDataLst>
                <p:tags r:id="rId121"/>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Harvey 3/4 [3]">
              <a:extLst>
                <a:ext uri="{FF2B5EF4-FFF2-40B4-BE49-F238E27FC236}">
                  <a16:creationId xmlns:a16="http://schemas.microsoft.com/office/drawing/2014/main" id="{E1D9DFDA-DACB-4022-B941-267860F50122}"/>
                </a:ext>
              </a:extLst>
            </p:cNvPr>
            <p:cNvSpPr>
              <a:spLocks noChangeAspect="1"/>
            </p:cNvSpPr>
            <p:nvPr>
              <p:custDataLst>
                <p:tags r:id="rId122"/>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Harvey 4/4 [4]">
              <a:extLst>
                <a:ext uri="{FF2B5EF4-FFF2-40B4-BE49-F238E27FC236}">
                  <a16:creationId xmlns:a16="http://schemas.microsoft.com/office/drawing/2014/main" id="{535A9AAC-D900-41AC-A7D2-7B637F94A431}"/>
                </a:ext>
              </a:extLst>
            </p:cNvPr>
            <p:cNvSpPr>
              <a:spLocks noChangeAspect="1"/>
            </p:cNvSpPr>
            <p:nvPr>
              <p:custDataLst>
                <p:tags r:id="rId123"/>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9" name="Harvey 8" hidden="1">
            <a:extLst>
              <a:ext uri="{FF2B5EF4-FFF2-40B4-BE49-F238E27FC236}">
                <a16:creationId xmlns:a16="http://schemas.microsoft.com/office/drawing/2014/main" id="{ED8A5D7C-2D26-46E7-AB93-04C15BD4F716}"/>
              </a:ext>
            </a:extLst>
          </p:cNvPr>
          <p:cNvGrpSpPr>
            <a:grpSpLocks/>
          </p:cNvGrpSpPr>
          <p:nvPr userDrawn="1">
            <p:custDataLst>
              <p:tags r:id="rId7"/>
            </p:custDataLst>
          </p:nvPr>
        </p:nvGrpSpPr>
        <p:grpSpPr>
          <a:xfrm>
            <a:off x="6844214" y="3978000"/>
            <a:ext cx="1024878" cy="1024878"/>
            <a:chOff x="0" y="0"/>
            <a:chExt cx="914400" cy="914400"/>
          </a:xfrm>
          <a:solidFill>
            <a:schemeClr val="accent1"/>
          </a:solidFill>
        </p:grpSpPr>
        <p:sp>
          <p:nvSpPr>
            <p:cNvPr id="20" name="Harvey 0/8 [0]">
              <a:extLst>
                <a:ext uri="{FF2B5EF4-FFF2-40B4-BE49-F238E27FC236}">
                  <a16:creationId xmlns:a16="http://schemas.microsoft.com/office/drawing/2014/main" id="{7D039D96-0D6A-4F0E-B841-1D6BDE482450}"/>
                </a:ext>
              </a:extLst>
            </p:cNvPr>
            <p:cNvSpPr>
              <a:spLocks noChangeAspect="1"/>
            </p:cNvSpPr>
            <p:nvPr>
              <p:custDataLst>
                <p:tags r:id="rId110"/>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Harvey 1/8 [1]">
              <a:extLst>
                <a:ext uri="{FF2B5EF4-FFF2-40B4-BE49-F238E27FC236}">
                  <a16:creationId xmlns:a16="http://schemas.microsoft.com/office/drawing/2014/main" id="{B3C7964C-88AB-43A7-A51A-B4AB84CE7A54}"/>
                </a:ext>
              </a:extLst>
            </p:cNvPr>
            <p:cNvSpPr>
              <a:spLocks noChangeAspect="1"/>
            </p:cNvSpPr>
            <p:nvPr>
              <p:custDataLst>
                <p:tags r:id="rId111"/>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Harvey 2/8 [2]">
              <a:extLst>
                <a:ext uri="{FF2B5EF4-FFF2-40B4-BE49-F238E27FC236}">
                  <a16:creationId xmlns:a16="http://schemas.microsoft.com/office/drawing/2014/main" id="{C7AE6770-5215-45FF-B014-86AA2ECC4829}"/>
                </a:ext>
              </a:extLst>
            </p:cNvPr>
            <p:cNvSpPr>
              <a:spLocks noChangeAspect="1"/>
            </p:cNvSpPr>
            <p:nvPr>
              <p:custDataLst>
                <p:tags r:id="rId112"/>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Harvey 3/8 [3]">
              <a:extLst>
                <a:ext uri="{FF2B5EF4-FFF2-40B4-BE49-F238E27FC236}">
                  <a16:creationId xmlns:a16="http://schemas.microsoft.com/office/drawing/2014/main" id="{E8B0F36E-0ABF-4BAA-A7DF-E85B8A54FB43}"/>
                </a:ext>
              </a:extLst>
            </p:cNvPr>
            <p:cNvSpPr>
              <a:spLocks noChangeAspect="1"/>
            </p:cNvSpPr>
            <p:nvPr>
              <p:custDataLst>
                <p:tags r:id="rId113"/>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Harvey 4/8 [4]">
              <a:extLst>
                <a:ext uri="{FF2B5EF4-FFF2-40B4-BE49-F238E27FC236}">
                  <a16:creationId xmlns:a16="http://schemas.microsoft.com/office/drawing/2014/main" id="{E3A6F114-74F3-42E9-A2FB-6219EF85DF8F}"/>
                </a:ext>
              </a:extLst>
            </p:cNvPr>
            <p:cNvSpPr>
              <a:spLocks noChangeAspect="1"/>
            </p:cNvSpPr>
            <p:nvPr>
              <p:custDataLst>
                <p:tags r:id="rId114"/>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Harvey 5/8 [5]">
              <a:extLst>
                <a:ext uri="{FF2B5EF4-FFF2-40B4-BE49-F238E27FC236}">
                  <a16:creationId xmlns:a16="http://schemas.microsoft.com/office/drawing/2014/main" id="{12F75908-AEE9-43DD-AD5A-408EF10384C2}"/>
                </a:ext>
              </a:extLst>
            </p:cNvPr>
            <p:cNvSpPr>
              <a:spLocks noChangeAspect="1"/>
            </p:cNvSpPr>
            <p:nvPr>
              <p:custDataLst>
                <p:tags r:id="rId115"/>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6" name="Harvey 6/8 [6]">
              <a:extLst>
                <a:ext uri="{FF2B5EF4-FFF2-40B4-BE49-F238E27FC236}">
                  <a16:creationId xmlns:a16="http://schemas.microsoft.com/office/drawing/2014/main" id="{E082B21E-784F-4399-879D-0628B9A6CA6A}"/>
                </a:ext>
              </a:extLst>
            </p:cNvPr>
            <p:cNvSpPr>
              <a:spLocks noChangeAspect="1"/>
            </p:cNvSpPr>
            <p:nvPr>
              <p:custDataLst>
                <p:tags r:id="rId116"/>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Harvey 7/8 [7]">
              <a:extLst>
                <a:ext uri="{FF2B5EF4-FFF2-40B4-BE49-F238E27FC236}">
                  <a16:creationId xmlns:a16="http://schemas.microsoft.com/office/drawing/2014/main" id="{3D4BC633-AE3B-406A-9741-3CECDA703A70}"/>
                </a:ext>
              </a:extLst>
            </p:cNvPr>
            <p:cNvSpPr>
              <a:spLocks noChangeAspect="1"/>
            </p:cNvSpPr>
            <p:nvPr>
              <p:custDataLst>
                <p:tags r:id="rId117"/>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8" name="Harvey 8/8 [8]">
              <a:extLst>
                <a:ext uri="{FF2B5EF4-FFF2-40B4-BE49-F238E27FC236}">
                  <a16:creationId xmlns:a16="http://schemas.microsoft.com/office/drawing/2014/main" id="{FB04349D-8A21-4FA2-8C36-160BB39F77DB}"/>
                </a:ext>
              </a:extLst>
            </p:cNvPr>
            <p:cNvSpPr>
              <a:spLocks noChangeAspect="1"/>
            </p:cNvSpPr>
            <p:nvPr>
              <p:custDataLst>
                <p:tags r:id="rId118"/>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9" name="Harvey 100" hidden="1">
            <a:extLst>
              <a:ext uri="{FF2B5EF4-FFF2-40B4-BE49-F238E27FC236}">
                <a16:creationId xmlns:a16="http://schemas.microsoft.com/office/drawing/2014/main" id="{FEA31CD5-AF74-430B-8937-99211CF7A86A}"/>
              </a:ext>
            </a:extLst>
          </p:cNvPr>
          <p:cNvGrpSpPr/>
          <p:nvPr userDrawn="1">
            <p:custDataLst>
              <p:tags r:id="rId8"/>
            </p:custDataLst>
          </p:nvPr>
        </p:nvGrpSpPr>
        <p:grpSpPr>
          <a:xfrm>
            <a:off x="8296922" y="3978000"/>
            <a:ext cx="1024878" cy="1024878"/>
            <a:chOff x="4334905" y="3282696"/>
            <a:chExt cx="292608" cy="292608"/>
          </a:xfrm>
          <a:solidFill>
            <a:schemeClr val="accent1"/>
          </a:solidFill>
        </p:grpSpPr>
        <p:sp>
          <p:nvSpPr>
            <p:cNvPr id="30" name="Harvey 0/100 [0]">
              <a:extLst>
                <a:ext uri="{FF2B5EF4-FFF2-40B4-BE49-F238E27FC236}">
                  <a16:creationId xmlns:a16="http://schemas.microsoft.com/office/drawing/2014/main" id="{5F002AD4-5F39-46E2-9F29-123EB3332123}"/>
                </a:ext>
              </a:extLst>
            </p:cNvPr>
            <p:cNvSpPr>
              <a:spLocks noChangeAspect="1"/>
            </p:cNvSpPr>
            <p:nvPr>
              <p:custDataLst>
                <p:tags r:id="rId9"/>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dirty="0"/>
            </a:p>
          </p:txBody>
        </p:sp>
        <p:sp>
          <p:nvSpPr>
            <p:cNvPr id="31" name="Harvey 1/100 [1]">
              <a:extLst>
                <a:ext uri="{FF2B5EF4-FFF2-40B4-BE49-F238E27FC236}">
                  <a16:creationId xmlns:a16="http://schemas.microsoft.com/office/drawing/2014/main" id="{DABA7BE6-CDF6-4FF3-B498-95C4AE35FF74}"/>
                </a:ext>
              </a:extLst>
            </p:cNvPr>
            <p:cNvSpPr>
              <a:spLocks noChangeAspect="1"/>
            </p:cNvSpPr>
            <p:nvPr>
              <p:custDataLst>
                <p:tags r:id="rId10"/>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dirty="0"/>
            </a:p>
          </p:txBody>
        </p:sp>
        <p:sp>
          <p:nvSpPr>
            <p:cNvPr id="32" name="Harvey 2/100 [2]">
              <a:extLst>
                <a:ext uri="{FF2B5EF4-FFF2-40B4-BE49-F238E27FC236}">
                  <a16:creationId xmlns:a16="http://schemas.microsoft.com/office/drawing/2014/main" id="{82A87DF7-E27E-4604-A2B7-629CBBFE62FF}"/>
                </a:ext>
              </a:extLst>
            </p:cNvPr>
            <p:cNvSpPr>
              <a:spLocks noChangeAspect="1"/>
            </p:cNvSpPr>
            <p:nvPr>
              <p:custDataLst>
                <p:tags r:id="rId11"/>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dirty="0"/>
            </a:p>
          </p:txBody>
        </p:sp>
        <p:sp>
          <p:nvSpPr>
            <p:cNvPr id="33" name="Harvey 3/100 [3]">
              <a:extLst>
                <a:ext uri="{FF2B5EF4-FFF2-40B4-BE49-F238E27FC236}">
                  <a16:creationId xmlns:a16="http://schemas.microsoft.com/office/drawing/2014/main" id="{4317D585-B3EC-4DA3-8086-AAC424E42AC8}"/>
                </a:ext>
              </a:extLst>
            </p:cNvPr>
            <p:cNvSpPr>
              <a:spLocks noChangeAspect="1"/>
            </p:cNvSpPr>
            <p:nvPr>
              <p:custDataLst>
                <p:tags r:id="rId12"/>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dirty="0"/>
            </a:p>
          </p:txBody>
        </p:sp>
        <p:sp>
          <p:nvSpPr>
            <p:cNvPr id="34" name="Harvey 4/100 [4]">
              <a:extLst>
                <a:ext uri="{FF2B5EF4-FFF2-40B4-BE49-F238E27FC236}">
                  <a16:creationId xmlns:a16="http://schemas.microsoft.com/office/drawing/2014/main" id="{C3DDBA3C-91F3-4FDD-93EF-64F1A71E4620}"/>
                </a:ext>
              </a:extLst>
            </p:cNvPr>
            <p:cNvSpPr>
              <a:spLocks noChangeAspect="1"/>
            </p:cNvSpPr>
            <p:nvPr>
              <p:custDataLst>
                <p:tags r:id="rId13"/>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dirty="0"/>
            </a:p>
          </p:txBody>
        </p:sp>
        <p:sp>
          <p:nvSpPr>
            <p:cNvPr id="35" name="Harvey 5/100 [5]">
              <a:extLst>
                <a:ext uri="{FF2B5EF4-FFF2-40B4-BE49-F238E27FC236}">
                  <a16:creationId xmlns:a16="http://schemas.microsoft.com/office/drawing/2014/main" id="{955D9A72-A1B1-4430-8899-6EA8CDB57BC4}"/>
                </a:ext>
              </a:extLst>
            </p:cNvPr>
            <p:cNvSpPr>
              <a:spLocks noChangeAspect="1"/>
            </p:cNvSpPr>
            <p:nvPr>
              <p:custDataLst>
                <p:tags r:id="rId14"/>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dirty="0"/>
            </a:p>
          </p:txBody>
        </p:sp>
        <p:sp>
          <p:nvSpPr>
            <p:cNvPr id="36" name="Harvey 6/100 [6]">
              <a:extLst>
                <a:ext uri="{FF2B5EF4-FFF2-40B4-BE49-F238E27FC236}">
                  <a16:creationId xmlns:a16="http://schemas.microsoft.com/office/drawing/2014/main" id="{F17AA925-8E7C-4E48-9B34-CEB374E4482F}"/>
                </a:ext>
              </a:extLst>
            </p:cNvPr>
            <p:cNvSpPr>
              <a:spLocks noChangeAspect="1"/>
            </p:cNvSpPr>
            <p:nvPr>
              <p:custDataLst>
                <p:tags r:id="rId15"/>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dirty="0"/>
            </a:p>
          </p:txBody>
        </p:sp>
        <p:sp>
          <p:nvSpPr>
            <p:cNvPr id="37" name="Harvey 7/100 [7]">
              <a:extLst>
                <a:ext uri="{FF2B5EF4-FFF2-40B4-BE49-F238E27FC236}">
                  <a16:creationId xmlns:a16="http://schemas.microsoft.com/office/drawing/2014/main" id="{F0D10FB2-DDAD-4A9A-97DC-337072825B76}"/>
                </a:ext>
              </a:extLst>
            </p:cNvPr>
            <p:cNvSpPr>
              <a:spLocks noChangeAspect="1"/>
            </p:cNvSpPr>
            <p:nvPr>
              <p:custDataLst>
                <p:tags r:id="rId16"/>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dirty="0"/>
            </a:p>
          </p:txBody>
        </p:sp>
        <p:sp>
          <p:nvSpPr>
            <p:cNvPr id="38" name="Harvey 8/100 [8]">
              <a:extLst>
                <a:ext uri="{FF2B5EF4-FFF2-40B4-BE49-F238E27FC236}">
                  <a16:creationId xmlns:a16="http://schemas.microsoft.com/office/drawing/2014/main" id="{3C8B0442-BB66-4269-8B84-78DFFC9B5D03}"/>
                </a:ext>
              </a:extLst>
            </p:cNvPr>
            <p:cNvSpPr>
              <a:spLocks noChangeAspect="1"/>
            </p:cNvSpPr>
            <p:nvPr>
              <p:custDataLst>
                <p:tags r:id="rId17"/>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dirty="0"/>
            </a:p>
          </p:txBody>
        </p:sp>
        <p:sp>
          <p:nvSpPr>
            <p:cNvPr id="39" name="Harvey 9/100 [9]">
              <a:extLst>
                <a:ext uri="{FF2B5EF4-FFF2-40B4-BE49-F238E27FC236}">
                  <a16:creationId xmlns:a16="http://schemas.microsoft.com/office/drawing/2014/main" id="{6FC76F65-3AF9-4E83-89E6-4625A93ACC44}"/>
                </a:ext>
              </a:extLst>
            </p:cNvPr>
            <p:cNvSpPr>
              <a:spLocks noChangeAspect="1"/>
            </p:cNvSpPr>
            <p:nvPr>
              <p:custDataLst>
                <p:tags r:id="rId18"/>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dirty="0"/>
            </a:p>
          </p:txBody>
        </p:sp>
        <p:sp>
          <p:nvSpPr>
            <p:cNvPr id="40" name="Harvey 10/100 [10]">
              <a:extLst>
                <a:ext uri="{FF2B5EF4-FFF2-40B4-BE49-F238E27FC236}">
                  <a16:creationId xmlns:a16="http://schemas.microsoft.com/office/drawing/2014/main" id="{A551B3DC-E53E-48F4-9837-11D36FEFD185}"/>
                </a:ext>
              </a:extLst>
            </p:cNvPr>
            <p:cNvSpPr>
              <a:spLocks noChangeAspect="1"/>
            </p:cNvSpPr>
            <p:nvPr>
              <p:custDataLst>
                <p:tags r:id="rId19"/>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dirty="0"/>
            </a:p>
          </p:txBody>
        </p:sp>
        <p:sp>
          <p:nvSpPr>
            <p:cNvPr id="41" name="Harvey 11/100 [11]">
              <a:extLst>
                <a:ext uri="{FF2B5EF4-FFF2-40B4-BE49-F238E27FC236}">
                  <a16:creationId xmlns:a16="http://schemas.microsoft.com/office/drawing/2014/main" id="{1AA92C73-78F8-4C49-8B1C-F9D7FDF29119}"/>
                </a:ext>
              </a:extLst>
            </p:cNvPr>
            <p:cNvSpPr>
              <a:spLocks noChangeAspect="1"/>
            </p:cNvSpPr>
            <p:nvPr>
              <p:custDataLst>
                <p:tags r:id="rId20"/>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dirty="0"/>
            </a:p>
          </p:txBody>
        </p:sp>
        <p:sp>
          <p:nvSpPr>
            <p:cNvPr id="42" name="Harvey 12/100 [12]">
              <a:extLst>
                <a:ext uri="{FF2B5EF4-FFF2-40B4-BE49-F238E27FC236}">
                  <a16:creationId xmlns:a16="http://schemas.microsoft.com/office/drawing/2014/main" id="{A5815C32-B3F1-4806-B3FC-0B34A002B9A8}"/>
                </a:ext>
              </a:extLst>
            </p:cNvPr>
            <p:cNvSpPr>
              <a:spLocks noChangeAspect="1"/>
            </p:cNvSpPr>
            <p:nvPr>
              <p:custDataLst>
                <p:tags r:id="rId21"/>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dirty="0"/>
            </a:p>
          </p:txBody>
        </p:sp>
        <p:sp>
          <p:nvSpPr>
            <p:cNvPr id="43" name="Harvey 13/100 [13]">
              <a:extLst>
                <a:ext uri="{FF2B5EF4-FFF2-40B4-BE49-F238E27FC236}">
                  <a16:creationId xmlns:a16="http://schemas.microsoft.com/office/drawing/2014/main" id="{BCB20F8A-9ED2-456B-B77B-D0ED64F5F8D6}"/>
                </a:ext>
              </a:extLst>
            </p:cNvPr>
            <p:cNvSpPr>
              <a:spLocks noChangeAspect="1"/>
            </p:cNvSpPr>
            <p:nvPr>
              <p:custDataLst>
                <p:tags r:id="rId22"/>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dirty="0"/>
            </a:p>
          </p:txBody>
        </p:sp>
        <p:sp>
          <p:nvSpPr>
            <p:cNvPr id="44" name="Harvey 14/100 [14]">
              <a:extLst>
                <a:ext uri="{FF2B5EF4-FFF2-40B4-BE49-F238E27FC236}">
                  <a16:creationId xmlns:a16="http://schemas.microsoft.com/office/drawing/2014/main" id="{BB501452-143B-4646-AFAA-19BBA74E5EEF}"/>
                </a:ext>
              </a:extLst>
            </p:cNvPr>
            <p:cNvSpPr>
              <a:spLocks noChangeAspect="1"/>
            </p:cNvSpPr>
            <p:nvPr>
              <p:custDataLst>
                <p:tags r:id="rId23"/>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dirty="0"/>
            </a:p>
          </p:txBody>
        </p:sp>
        <p:sp>
          <p:nvSpPr>
            <p:cNvPr id="45" name="Harvey 15/100 [15]">
              <a:extLst>
                <a:ext uri="{FF2B5EF4-FFF2-40B4-BE49-F238E27FC236}">
                  <a16:creationId xmlns:a16="http://schemas.microsoft.com/office/drawing/2014/main" id="{4E1610D0-A2F8-40E5-B9E9-B9F4ADE84C4F}"/>
                </a:ext>
              </a:extLst>
            </p:cNvPr>
            <p:cNvSpPr>
              <a:spLocks noChangeAspect="1"/>
            </p:cNvSpPr>
            <p:nvPr>
              <p:custDataLst>
                <p:tags r:id="rId24"/>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dirty="0"/>
            </a:p>
          </p:txBody>
        </p:sp>
        <p:sp>
          <p:nvSpPr>
            <p:cNvPr id="46" name="Harvey 16/100 [16]">
              <a:extLst>
                <a:ext uri="{FF2B5EF4-FFF2-40B4-BE49-F238E27FC236}">
                  <a16:creationId xmlns:a16="http://schemas.microsoft.com/office/drawing/2014/main" id="{7D546B0D-BEEC-4402-9C93-0F0A501089DF}"/>
                </a:ext>
              </a:extLst>
            </p:cNvPr>
            <p:cNvSpPr>
              <a:spLocks noChangeAspect="1"/>
            </p:cNvSpPr>
            <p:nvPr>
              <p:custDataLst>
                <p:tags r:id="rId25"/>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dirty="0"/>
            </a:p>
          </p:txBody>
        </p:sp>
        <p:sp>
          <p:nvSpPr>
            <p:cNvPr id="47" name="Harvey 17/100 [17]">
              <a:extLst>
                <a:ext uri="{FF2B5EF4-FFF2-40B4-BE49-F238E27FC236}">
                  <a16:creationId xmlns:a16="http://schemas.microsoft.com/office/drawing/2014/main" id="{96054A1A-69A4-4D72-80DA-B36810A13E31}"/>
                </a:ext>
              </a:extLst>
            </p:cNvPr>
            <p:cNvSpPr>
              <a:spLocks noChangeAspect="1"/>
            </p:cNvSpPr>
            <p:nvPr>
              <p:custDataLst>
                <p:tags r:id="rId26"/>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dirty="0"/>
            </a:p>
          </p:txBody>
        </p:sp>
        <p:sp>
          <p:nvSpPr>
            <p:cNvPr id="48" name="Harvey 18/100 [18]">
              <a:extLst>
                <a:ext uri="{FF2B5EF4-FFF2-40B4-BE49-F238E27FC236}">
                  <a16:creationId xmlns:a16="http://schemas.microsoft.com/office/drawing/2014/main" id="{A255192B-3D4F-4F14-8B7E-7D5B27AF8124}"/>
                </a:ext>
              </a:extLst>
            </p:cNvPr>
            <p:cNvSpPr>
              <a:spLocks noChangeAspect="1"/>
            </p:cNvSpPr>
            <p:nvPr>
              <p:custDataLst>
                <p:tags r:id="rId27"/>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dirty="0"/>
            </a:p>
          </p:txBody>
        </p:sp>
        <p:sp>
          <p:nvSpPr>
            <p:cNvPr id="49" name="Harvey 19/100 [19]">
              <a:extLst>
                <a:ext uri="{FF2B5EF4-FFF2-40B4-BE49-F238E27FC236}">
                  <a16:creationId xmlns:a16="http://schemas.microsoft.com/office/drawing/2014/main" id="{2463C1CE-78FE-4461-A9B7-C75EA8A9BB11}"/>
                </a:ext>
              </a:extLst>
            </p:cNvPr>
            <p:cNvSpPr>
              <a:spLocks noChangeAspect="1"/>
            </p:cNvSpPr>
            <p:nvPr>
              <p:custDataLst>
                <p:tags r:id="rId28"/>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dirty="0"/>
            </a:p>
          </p:txBody>
        </p:sp>
        <p:sp>
          <p:nvSpPr>
            <p:cNvPr id="50" name="Harvey 20/100 [20]">
              <a:extLst>
                <a:ext uri="{FF2B5EF4-FFF2-40B4-BE49-F238E27FC236}">
                  <a16:creationId xmlns:a16="http://schemas.microsoft.com/office/drawing/2014/main" id="{4728CF39-D3DE-423C-8161-15E78C37CF68}"/>
                </a:ext>
              </a:extLst>
            </p:cNvPr>
            <p:cNvSpPr>
              <a:spLocks noChangeAspect="1"/>
            </p:cNvSpPr>
            <p:nvPr>
              <p:custDataLst>
                <p:tags r:id="rId29"/>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dirty="0"/>
            </a:p>
          </p:txBody>
        </p:sp>
        <p:sp>
          <p:nvSpPr>
            <p:cNvPr id="51" name="Harvey 21/100 [21]">
              <a:extLst>
                <a:ext uri="{FF2B5EF4-FFF2-40B4-BE49-F238E27FC236}">
                  <a16:creationId xmlns:a16="http://schemas.microsoft.com/office/drawing/2014/main" id="{AB9FECCB-7845-4DC1-A3DF-794D6C20BAFA}"/>
                </a:ext>
              </a:extLst>
            </p:cNvPr>
            <p:cNvSpPr>
              <a:spLocks noChangeAspect="1"/>
            </p:cNvSpPr>
            <p:nvPr>
              <p:custDataLst>
                <p:tags r:id="rId30"/>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dirty="0"/>
            </a:p>
          </p:txBody>
        </p:sp>
        <p:sp>
          <p:nvSpPr>
            <p:cNvPr id="52" name="Harvey 22/100 [22]">
              <a:extLst>
                <a:ext uri="{FF2B5EF4-FFF2-40B4-BE49-F238E27FC236}">
                  <a16:creationId xmlns:a16="http://schemas.microsoft.com/office/drawing/2014/main" id="{23173878-638A-447C-87AE-DA1B71FFED22}"/>
                </a:ext>
              </a:extLst>
            </p:cNvPr>
            <p:cNvSpPr>
              <a:spLocks noChangeAspect="1"/>
            </p:cNvSpPr>
            <p:nvPr>
              <p:custDataLst>
                <p:tags r:id="rId31"/>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dirty="0"/>
            </a:p>
          </p:txBody>
        </p:sp>
        <p:sp>
          <p:nvSpPr>
            <p:cNvPr id="53" name="Harvey 23/100 [23]">
              <a:extLst>
                <a:ext uri="{FF2B5EF4-FFF2-40B4-BE49-F238E27FC236}">
                  <a16:creationId xmlns:a16="http://schemas.microsoft.com/office/drawing/2014/main" id="{E9414276-F6FB-4251-AD20-EEB07DC67FA7}"/>
                </a:ext>
              </a:extLst>
            </p:cNvPr>
            <p:cNvSpPr>
              <a:spLocks noChangeAspect="1"/>
            </p:cNvSpPr>
            <p:nvPr>
              <p:custDataLst>
                <p:tags r:id="rId32"/>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dirty="0"/>
            </a:p>
          </p:txBody>
        </p:sp>
        <p:sp>
          <p:nvSpPr>
            <p:cNvPr id="54" name="Harvey 24/100 [24]">
              <a:extLst>
                <a:ext uri="{FF2B5EF4-FFF2-40B4-BE49-F238E27FC236}">
                  <a16:creationId xmlns:a16="http://schemas.microsoft.com/office/drawing/2014/main" id="{6743654D-4BD9-4688-87D0-A555060F7F44}"/>
                </a:ext>
              </a:extLst>
            </p:cNvPr>
            <p:cNvSpPr>
              <a:spLocks noChangeAspect="1"/>
            </p:cNvSpPr>
            <p:nvPr>
              <p:custDataLst>
                <p:tags r:id="rId33"/>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dirty="0"/>
            </a:p>
          </p:txBody>
        </p:sp>
        <p:sp>
          <p:nvSpPr>
            <p:cNvPr id="55" name="Harvey 25/100 [25]">
              <a:extLst>
                <a:ext uri="{FF2B5EF4-FFF2-40B4-BE49-F238E27FC236}">
                  <a16:creationId xmlns:a16="http://schemas.microsoft.com/office/drawing/2014/main" id="{63728644-05FA-4385-B2AE-51BDE2F500AF}"/>
                </a:ext>
              </a:extLst>
            </p:cNvPr>
            <p:cNvSpPr>
              <a:spLocks noChangeAspect="1"/>
            </p:cNvSpPr>
            <p:nvPr>
              <p:custDataLst>
                <p:tags r:id="rId34"/>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dirty="0"/>
            </a:p>
          </p:txBody>
        </p:sp>
        <p:sp>
          <p:nvSpPr>
            <p:cNvPr id="56" name="Harvey 26/100 [26]">
              <a:extLst>
                <a:ext uri="{FF2B5EF4-FFF2-40B4-BE49-F238E27FC236}">
                  <a16:creationId xmlns:a16="http://schemas.microsoft.com/office/drawing/2014/main" id="{48BAA2F8-77AD-4F0E-BAB8-E0B69855A783}"/>
                </a:ext>
              </a:extLst>
            </p:cNvPr>
            <p:cNvSpPr>
              <a:spLocks noChangeAspect="1"/>
            </p:cNvSpPr>
            <p:nvPr>
              <p:custDataLst>
                <p:tags r:id="rId35"/>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dirty="0"/>
            </a:p>
          </p:txBody>
        </p:sp>
        <p:sp>
          <p:nvSpPr>
            <p:cNvPr id="57" name="Harvey 27/100 [27]">
              <a:extLst>
                <a:ext uri="{FF2B5EF4-FFF2-40B4-BE49-F238E27FC236}">
                  <a16:creationId xmlns:a16="http://schemas.microsoft.com/office/drawing/2014/main" id="{96219058-74F9-4FB6-B3DF-396DDEA8C820}"/>
                </a:ext>
              </a:extLst>
            </p:cNvPr>
            <p:cNvSpPr>
              <a:spLocks noChangeAspect="1"/>
            </p:cNvSpPr>
            <p:nvPr>
              <p:custDataLst>
                <p:tags r:id="rId36"/>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dirty="0"/>
            </a:p>
          </p:txBody>
        </p:sp>
        <p:sp>
          <p:nvSpPr>
            <p:cNvPr id="58" name="Harvey 28/100 [28]">
              <a:extLst>
                <a:ext uri="{FF2B5EF4-FFF2-40B4-BE49-F238E27FC236}">
                  <a16:creationId xmlns:a16="http://schemas.microsoft.com/office/drawing/2014/main" id="{53EB2F4A-330A-4D2D-BDCA-00ADB39E35A4}"/>
                </a:ext>
              </a:extLst>
            </p:cNvPr>
            <p:cNvSpPr>
              <a:spLocks noChangeAspect="1"/>
            </p:cNvSpPr>
            <p:nvPr>
              <p:custDataLst>
                <p:tags r:id="rId37"/>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dirty="0"/>
            </a:p>
          </p:txBody>
        </p:sp>
        <p:sp>
          <p:nvSpPr>
            <p:cNvPr id="59" name="Harvey 29/100 [29]">
              <a:extLst>
                <a:ext uri="{FF2B5EF4-FFF2-40B4-BE49-F238E27FC236}">
                  <a16:creationId xmlns:a16="http://schemas.microsoft.com/office/drawing/2014/main" id="{11BFFC4F-82C0-48FC-9731-68ED638028E2}"/>
                </a:ext>
              </a:extLst>
            </p:cNvPr>
            <p:cNvSpPr>
              <a:spLocks noChangeAspect="1"/>
            </p:cNvSpPr>
            <p:nvPr>
              <p:custDataLst>
                <p:tags r:id="rId38"/>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dirty="0"/>
            </a:p>
          </p:txBody>
        </p:sp>
        <p:sp>
          <p:nvSpPr>
            <p:cNvPr id="60" name="Harvey 30/100 [30]">
              <a:extLst>
                <a:ext uri="{FF2B5EF4-FFF2-40B4-BE49-F238E27FC236}">
                  <a16:creationId xmlns:a16="http://schemas.microsoft.com/office/drawing/2014/main" id="{B86820E6-F331-4956-BB3C-F026503EC773}"/>
                </a:ext>
              </a:extLst>
            </p:cNvPr>
            <p:cNvSpPr>
              <a:spLocks noChangeAspect="1"/>
            </p:cNvSpPr>
            <p:nvPr>
              <p:custDataLst>
                <p:tags r:id="rId39"/>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dirty="0"/>
            </a:p>
          </p:txBody>
        </p:sp>
        <p:sp>
          <p:nvSpPr>
            <p:cNvPr id="61" name="Harvey 31/100 [31]">
              <a:extLst>
                <a:ext uri="{FF2B5EF4-FFF2-40B4-BE49-F238E27FC236}">
                  <a16:creationId xmlns:a16="http://schemas.microsoft.com/office/drawing/2014/main" id="{04E8E28D-6A69-48B9-BD5A-627B016DEC30}"/>
                </a:ext>
              </a:extLst>
            </p:cNvPr>
            <p:cNvSpPr>
              <a:spLocks noChangeAspect="1"/>
            </p:cNvSpPr>
            <p:nvPr>
              <p:custDataLst>
                <p:tags r:id="rId40"/>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dirty="0"/>
            </a:p>
          </p:txBody>
        </p:sp>
        <p:sp>
          <p:nvSpPr>
            <p:cNvPr id="62" name="Harvey 32/100 [32]">
              <a:extLst>
                <a:ext uri="{FF2B5EF4-FFF2-40B4-BE49-F238E27FC236}">
                  <a16:creationId xmlns:a16="http://schemas.microsoft.com/office/drawing/2014/main" id="{D4F055B1-57CA-468B-BFF5-B09CC09B7F8E}"/>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dirty="0"/>
            </a:p>
          </p:txBody>
        </p:sp>
        <p:sp>
          <p:nvSpPr>
            <p:cNvPr id="63" name="Harvey 33/100 [33]">
              <a:extLst>
                <a:ext uri="{FF2B5EF4-FFF2-40B4-BE49-F238E27FC236}">
                  <a16:creationId xmlns:a16="http://schemas.microsoft.com/office/drawing/2014/main" id="{A13FE822-6756-41D8-9FEE-CDCCCFD70D4E}"/>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dirty="0"/>
            </a:p>
          </p:txBody>
        </p:sp>
        <p:sp>
          <p:nvSpPr>
            <p:cNvPr id="64" name="Harvey 34/100 [34]">
              <a:extLst>
                <a:ext uri="{FF2B5EF4-FFF2-40B4-BE49-F238E27FC236}">
                  <a16:creationId xmlns:a16="http://schemas.microsoft.com/office/drawing/2014/main" id="{C0428AB4-531C-4FB0-BEE9-A34E1CE3DFDB}"/>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dirty="0"/>
            </a:p>
          </p:txBody>
        </p:sp>
        <p:sp>
          <p:nvSpPr>
            <p:cNvPr id="65" name="Harvey 35/100 [35]">
              <a:extLst>
                <a:ext uri="{FF2B5EF4-FFF2-40B4-BE49-F238E27FC236}">
                  <a16:creationId xmlns:a16="http://schemas.microsoft.com/office/drawing/2014/main" id="{FE3AA9F5-25B0-4D0A-BA39-80AE52C31FD6}"/>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dirty="0"/>
            </a:p>
          </p:txBody>
        </p:sp>
        <p:sp>
          <p:nvSpPr>
            <p:cNvPr id="66" name="Harvey 36/100 [36]">
              <a:extLst>
                <a:ext uri="{FF2B5EF4-FFF2-40B4-BE49-F238E27FC236}">
                  <a16:creationId xmlns:a16="http://schemas.microsoft.com/office/drawing/2014/main" id="{8671F1B4-3564-48D3-80D9-366792282DB0}"/>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dirty="0"/>
            </a:p>
          </p:txBody>
        </p:sp>
        <p:sp>
          <p:nvSpPr>
            <p:cNvPr id="67" name="Harvey 37/100 [37]">
              <a:extLst>
                <a:ext uri="{FF2B5EF4-FFF2-40B4-BE49-F238E27FC236}">
                  <a16:creationId xmlns:a16="http://schemas.microsoft.com/office/drawing/2014/main" id="{3A63619A-8CA1-4B1A-85CD-335017F977BB}"/>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dirty="0"/>
            </a:p>
          </p:txBody>
        </p:sp>
        <p:sp>
          <p:nvSpPr>
            <p:cNvPr id="68" name="Harvey 38/100 [38]">
              <a:extLst>
                <a:ext uri="{FF2B5EF4-FFF2-40B4-BE49-F238E27FC236}">
                  <a16:creationId xmlns:a16="http://schemas.microsoft.com/office/drawing/2014/main" id="{F07198F2-D644-45A1-B0C6-9AAA450B0B4F}"/>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dirty="0"/>
            </a:p>
          </p:txBody>
        </p:sp>
        <p:sp>
          <p:nvSpPr>
            <p:cNvPr id="69" name="Harvey 39/100 [39]">
              <a:extLst>
                <a:ext uri="{FF2B5EF4-FFF2-40B4-BE49-F238E27FC236}">
                  <a16:creationId xmlns:a16="http://schemas.microsoft.com/office/drawing/2014/main" id="{D66457F8-1D40-4CF6-BE06-BF2C73978B03}"/>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dirty="0"/>
            </a:p>
          </p:txBody>
        </p:sp>
        <p:sp>
          <p:nvSpPr>
            <p:cNvPr id="70" name="Harvey 40/100 [40]">
              <a:extLst>
                <a:ext uri="{FF2B5EF4-FFF2-40B4-BE49-F238E27FC236}">
                  <a16:creationId xmlns:a16="http://schemas.microsoft.com/office/drawing/2014/main" id="{400C163E-457D-4851-8DE9-6044378DACD8}"/>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dirty="0"/>
            </a:p>
          </p:txBody>
        </p:sp>
        <p:sp>
          <p:nvSpPr>
            <p:cNvPr id="71" name="Harvey 41/100 [41]">
              <a:extLst>
                <a:ext uri="{FF2B5EF4-FFF2-40B4-BE49-F238E27FC236}">
                  <a16:creationId xmlns:a16="http://schemas.microsoft.com/office/drawing/2014/main" id="{400ECAC2-B757-45C2-8548-03D5903937F8}"/>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dirty="0"/>
            </a:p>
          </p:txBody>
        </p:sp>
        <p:sp>
          <p:nvSpPr>
            <p:cNvPr id="72" name="Harvey 42/100 [42]">
              <a:extLst>
                <a:ext uri="{FF2B5EF4-FFF2-40B4-BE49-F238E27FC236}">
                  <a16:creationId xmlns:a16="http://schemas.microsoft.com/office/drawing/2014/main" id="{EB940494-301C-49A5-B898-9E2F6AD8C751}"/>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dirty="0"/>
            </a:p>
          </p:txBody>
        </p:sp>
        <p:sp>
          <p:nvSpPr>
            <p:cNvPr id="73" name="Harvey 43/100 [43]">
              <a:extLst>
                <a:ext uri="{FF2B5EF4-FFF2-40B4-BE49-F238E27FC236}">
                  <a16:creationId xmlns:a16="http://schemas.microsoft.com/office/drawing/2014/main" id="{E38BF466-C8AC-4453-964C-0721723B3488}"/>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dirty="0"/>
            </a:p>
          </p:txBody>
        </p:sp>
        <p:sp>
          <p:nvSpPr>
            <p:cNvPr id="74" name="Harvey 44/100 [44]">
              <a:extLst>
                <a:ext uri="{FF2B5EF4-FFF2-40B4-BE49-F238E27FC236}">
                  <a16:creationId xmlns:a16="http://schemas.microsoft.com/office/drawing/2014/main" id="{DF49DF1E-332B-43E4-9F7D-89231565DE6E}"/>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dirty="0"/>
            </a:p>
          </p:txBody>
        </p:sp>
        <p:sp>
          <p:nvSpPr>
            <p:cNvPr id="75" name="Harvey 45/100 [45]">
              <a:extLst>
                <a:ext uri="{FF2B5EF4-FFF2-40B4-BE49-F238E27FC236}">
                  <a16:creationId xmlns:a16="http://schemas.microsoft.com/office/drawing/2014/main" id="{42546EA4-E042-4C37-B531-00EA031B1081}"/>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dirty="0"/>
            </a:p>
          </p:txBody>
        </p:sp>
        <p:sp>
          <p:nvSpPr>
            <p:cNvPr id="76" name="Harvey 46/100 [46]">
              <a:extLst>
                <a:ext uri="{FF2B5EF4-FFF2-40B4-BE49-F238E27FC236}">
                  <a16:creationId xmlns:a16="http://schemas.microsoft.com/office/drawing/2014/main" id="{336A402D-2A22-4FA9-94E3-3417999DF4C6}"/>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dirty="0"/>
            </a:p>
          </p:txBody>
        </p:sp>
        <p:sp>
          <p:nvSpPr>
            <p:cNvPr id="77" name="Harvey 47/100 [47]">
              <a:extLst>
                <a:ext uri="{FF2B5EF4-FFF2-40B4-BE49-F238E27FC236}">
                  <a16:creationId xmlns:a16="http://schemas.microsoft.com/office/drawing/2014/main" id="{B77E3120-DBD8-46FF-8E81-468CB9CA5556}"/>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dirty="0"/>
            </a:p>
          </p:txBody>
        </p:sp>
        <p:sp>
          <p:nvSpPr>
            <p:cNvPr id="78" name="Harvey 48/100 [48]">
              <a:extLst>
                <a:ext uri="{FF2B5EF4-FFF2-40B4-BE49-F238E27FC236}">
                  <a16:creationId xmlns:a16="http://schemas.microsoft.com/office/drawing/2014/main" id="{C7DE051B-949B-435F-8FE3-5AC23BD79F00}"/>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dirty="0"/>
            </a:p>
          </p:txBody>
        </p:sp>
        <p:sp>
          <p:nvSpPr>
            <p:cNvPr id="79" name="Harvey 49/100 [49]">
              <a:extLst>
                <a:ext uri="{FF2B5EF4-FFF2-40B4-BE49-F238E27FC236}">
                  <a16:creationId xmlns:a16="http://schemas.microsoft.com/office/drawing/2014/main" id="{CE87981A-50DC-469B-9BED-E410D9C4523C}"/>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dirty="0"/>
            </a:p>
          </p:txBody>
        </p:sp>
        <p:sp>
          <p:nvSpPr>
            <p:cNvPr id="80" name="Harvey 50/100 [50]">
              <a:extLst>
                <a:ext uri="{FF2B5EF4-FFF2-40B4-BE49-F238E27FC236}">
                  <a16:creationId xmlns:a16="http://schemas.microsoft.com/office/drawing/2014/main" id="{09000150-37F1-44E7-90CE-823F3D818627}"/>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dirty="0"/>
            </a:p>
          </p:txBody>
        </p:sp>
        <p:sp>
          <p:nvSpPr>
            <p:cNvPr id="81" name="Harvey 51/100 [51]">
              <a:extLst>
                <a:ext uri="{FF2B5EF4-FFF2-40B4-BE49-F238E27FC236}">
                  <a16:creationId xmlns:a16="http://schemas.microsoft.com/office/drawing/2014/main" id="{7C390C9B-400C-4298-9451-DDA21AE072A5}"/>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dirty="0"/>
            </a:p>
          </p:txBody>
        </p:sp>
        <p:sp>
          <p:nvSpPr>
            <p:cNvPr id="82" name="Harvey 52/100 [52]">
              <a:extLst>
                <a:ext uri="{FF2B5EF4-FFF2-40B4-BE49-F238E27FC236}">
                  <a16:creationId xmlns:a16="http://schemas.microsoft.com/office/drawing/2014/main" id="{CD74444C-FD06-494D-A86F-F5A9EF3DF948}"/>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dirty="0"/>
            </a:p>
          </p:txBody>
        </p:sp>
        <p:sp>
          <p:nvSpPr>
            <p:cNvPr id="83" name="Harvey 53/100 [53]">
              <a:extLst>
                <a:ext uri="{FF2B5EF4-FFF2-40B4-BE49-F238E27FC236}">
                  <a16:creationId xmlns:a16="http://schemas.microsoft.com/office/drawing/2014/main" id="{71C059AD-2B8D-4AC3-97AC-1C49D7484794}"/>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dirty="0"/>
            </a:p>
          </p:txBody>
        </p:sp>
        <p:sp>
          <p:nvSpPr>
            <p:cNvPr id="84" name="Harvey 54/100 [54]">
              <a:extLst>
                <a:ext uri="{FF2B5EF4-FFF2-40B4-BE49-F238E27FC236}">
                  <a16:creationId xmlns:a16="http://schemas.microsoft.com/office/drawing/2014/main" id="{B31C6B8A-F9DD-4E14-B631-766D96C68862}"/>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dirty="0"/>
            </a:p>
          </p:txBody>
        </p:sp>
        <p:sp>
          <p:nvSpPr>
            <p:cNvPr id="85" name="Harvey 55/100 [55]">
              <a:extLst>
                <a:ext uri="{FF2B5EF4-FFF2-40B4-BE49-F238E27FC236}">
                  <a16:creationId xmlns:a16="http://schemas.microsoft.com/office/drawing/2014/main" id="{0BD4C0AF-89CD-4C1B-957F-8CA5A314A7FE}"/>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dirty="0"/>
            </a:p>
          </p:txBody>
        </p:sp>
        <p:sp>
          <p:nvSpPr>
            <p:cNvPr id="86" name="Harvey 56/100 [56]">
              <a:extLst>
                <a:ext uri="{FF2B5EF4-FFF2-40B4-BE49-F238E27FC236}">
                  <a16:creationId xmlns:a16="http://schemas.microsoft.com/office/drawing/2014/main" id="{91B10105-1727-4B9C-8FCD-3D334C87BDE6}"/>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dirty="0"/>
            </a:p>
          </p:txBody>
        </p:sp>
        <p:sp>
          <p:nvSpPr>
            <p:cNvPr id="87" name="Harvey 57/100 [57]">
              <a:extLst>
                <a:ext uri="{FF2B5EF4-FFF2-40B4-BE49-F238E27FC236}">
                  <a16:creationId xmlns:a16="http://schemas.microsoft.com/office/drawing/2014/main" id="{10898073-8095-4DE7-AD95-0F8C96BC360A}"/>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dirty="0"/>
            </a:p>
          </p:txBody>
        </p:sp>
        <p:sp>
          <p:nvSpPr>
            <p:cNvPr id="88" name="Harvey 58/100 [58]">
              <a:extLst>
                <a:ext uri="{FF2B5EF4-FFF2-40B4-BE49-F238E27FC236}">
                  <a16:creationId xmlns:a16="http://schemas.microsoft.com/office/drawing/2014/main" id="{6DAC7101-D4D8-448C-A304-03FD92F4726B}"/>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dirty="0"/>
            </a:p>
          </p:txBody>
        </p:sp>
        <p:sp>
          <p:nvSpPr>
            <p:cNvPr id="89" name="Harvey 59/100 [59]">
              <a:extLst>
                <a:ext uri="{FF2B5EF4-FFF2-40B4-BE49-F238E27FC236}">
                  <a16:creationId xmlns:a16="http://schemas.microsoft.com/office/drawing/2014/main" id="{217FF511-93A0-4626-AD9A-E3C9223AB082}"/>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dirty="0"/>
            </a:p>
          </p:txBody>
        </p:sp>
        <p:sp>
          <p:nvSpPr>
            <p:cNvPr id="90" name="Harvey 60/100 [60]">
              <a:extLst>
                <a:ext uri="{FF2B5EF4-FFF2-40B4-BE49-F238E27FC236}">
                  <a16:creationId xmlns:a16="http://schemas.microsoft.com/office/drawing/2014/main" id="{B174582B-2B02-49C0-BF3C-2F590DA4B376}"/>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dirty="0"/>
            </a:p>
          </p:txBody>
        </p:sp>
        <p:sp>
          <p:nvSpPr>
            <p:cNvPr id="91" name="Harvey 61/100 [61]">
              <a:extLst>
                <a:ext uri="{FF2B5EF4-FFF2-40B4-BE49-F238E27FC236}">
                  <a16:creationId xmlns:a16="http://schemas.microsoft.com/office/drawing/2014/main" id="{33DB99C1-7490-4472-9497-92CB0A05D37F}"/>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dirty="0"/>
            </a:p>
          </p:txBody>
        </p:sp>
        <p:sp>
          <p:nvSpPr>
            <p:cNvPr id="92" name="Harvey 62/100 [62]">
              <a:extLst>
                <a:ext uri="{FF2B5EF4-FFF2-40B4-BE49-F238E27FC236}">
                  <a16:creationId xmlns:a16="http://schemas.microsoft.com/office/drawing/2014/main" id="{5B3273E3-981C-4F41-B7C3-9586D2DDB606}"/>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dirty="0"/>
            </a:p>
          </p:txBody>
        </p:sp>
        <p:sp>
          <p:nvSpPr>
            <p:cNvPr id="93" name="Harvey 63/100 [63]">
              <a:extLst>
                <a:ext uri="{FF2B5EF4-FFF2-40B4-BE49-F238E27FC236}">
                  <a16:creationId xmlns:a16="http://schemas.microsoft.com/office/drawing/2014/main" id="{B054D749-7282-4A1A-A3AE-FCEA23483CB5}"/>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dirty="0"/>
            </a:p>
          </p:txBody>
        </p:sp>
        <p:sp>
          <p:nvSpPr>
            <p:cNvPr id="94" name="Harvey 64/100 [64]">
              <a:extLst>
                <a:ext uri="{FF2B5EF4-FFF2-40B4-BE49-F238E27FC236}">
                  <a16:creationId xmlns:a16="http://schemas.microsoft.com/office/drawing/2014/main" id="{FAD20644-5B4D-4DCF-905C-ADF42E9EB48E}"/>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dirty="0"/>
            </a:p>
          </p:txBody>
        </p:sp>
        <p:sp>
          <p:nvSpPr>
            <p:cNvPr id="95" name="Harvey 65/100 [65]">
              <a:extLst>
                <a:ext uri="{FF2B5EF4-FFF2-40B4-BE49-F238E27FC236}">
                  <a16:creationId xmlns:a16="http://schemas.microsoft.com/office/drawing/2014/main" id="{209F7C97-D7C7-4B24-BA42-05A1577E875F}"/>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dirty="0"/>
            </a:p>
          </p:txBody>
        </p:sp>
        <p:sp>
          <p:nvSpPr>
            <p:cNvPr id="96" name="Harvey 66/100 [66]">
              <a:extLst>
                <a:ext uri="{FF2B5EF4-FFF2-40B4-BE49-F238E27FC236}">
                  <a16:creationId xmlns:a16="http://schemas.microsoft.com/office/drawing/2014/main" id="{DF1C9977-12F0-4A6D-80C6-EE308E12725D}"/>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dirty="0"/>
            </a:p>
          </p:txBody>
        </p:sp>
        <p:sp>
          <p:nvSpPr>
            <p:cNvPr id="97" name="Harvey 67/100 [67]">
              <a:extLst>
                <a:ext uri="{FF2B5EF4-FFF2-40B4-BE49-F238E27FC236}">
                  <a16:creationId xmlns:a16="http://schemas.microsoft.com/office/drawing/2014/main" id="{A71F6A66-C058-4F2F-B290-FA1CC991F642}"/>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dirty="0"/>
            </a:p>
          </p:txBody>
        </p:sp>
        <p:sp>
          <p:nvSpPr>
            <p:cNvPr id="98" name="Harvey 68/100 [68]">
              <a:extLst>
                <a:ext uri="{FF2B5EF4-FFF2-40B4-BE49-F238E27FC236}">
                  <a16:creationId xmlns:a16="http://schemas.microsoft.com/office/drawing/2014/main" id="{3DEC417F-7D71-4C5B-8085-B1583B2FCCC6}"/>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dirty="0"/>
            </a:p>
          </p:txBody>
        </p:sp>
        <p:sp>
          <p:nvSpPr>
            <p:cNvPr id="99" name="Harvey 69/100 [69]">
              <a:extLst>
                <a:ext uri="{FF2B5EF4-FFF2-40B4-BE49-F238E27FC236}">
                  <a16:creationId xmlns:a16="http://schemas.microsoft.com/office/drawing/2014/main" id="{96A13EE1-EC22-4C01-B4AB-3EF6602FDFBA}"/>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dirty="0"/>
            </a:p>
          </p:txBody>
        </p:sp>
        <p:sp>
          <p:nvSpPr>
            <p:cNvPr id="100" name="Harvey 70/100 [70]">
              <a:extLst>
                <a:ext uri="{FF2B5EF4-FFF2-40B4-BE49-F238E27FC236}">
                  <a16:creationId xmlns:a16="http://schemas.microsoft.com/office/drawing/2014/main" id="{EFB4A714-9F67-4868-825D-66C4F537A5E2}"/>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dirty="0"/>
            </a:p>
          </p:txBody>
        </p:sp>
        <p:sp>
          <p:nvSpPr>
            <p:cNvPr id="101" name="Harvey 71/100 [71]">
              <a:extLst>
                <a:ext uri="{FF2B5EF4-FFF2-40B4-BE49-F238E27FC236}">
                  <a16:creationId xmlns:a16="http://schemas.microsoft.com/office/drawing/2014/main" id="{F19A226F-E078-4A46-A954-75FADD25402D}"/>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dirty="0"/>
            </a:p>
          </p:txBody>
        </p:sp>
        <p:sp>
          <p:nvSpPr>
            <p:cNvPr id="102" name="Harvey 72/100 [72]">
              <a:extLst>
                <a:ext uri="{FF2B5EF4-FFF2-40B4-BE49-F238E27FC236}">
                  <a16:creationId xmlns:a16="http://schemas.microsoft.com/office/drawing/2014/main" id="{756F7D21-1D93-4B57-ABFA-EE5584CBC7E6}"/>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dirty="0"/>
            </a:p>
          </p:txBody>
        </p:sp>
        <p:sp>
          <p:nvSpPr>
            <p:cNvPr id="103" name="Harvey 73/100 [73]">
              <a:extLst>
                <a:ext uri="{FF2B5EF4-FFF2-40B4-BE49-F238E27FC236}">
                  <a16:creationId xmlns:a16="http://schemas.microsoft.com/office/drawing/2014/main" id="{8B48008C-A1AB-43F4-817D-5E481F7E9337}"/>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dirty="0"/>
            </a:p>
          </p:txBody>
        </p:sp>
        <p:sp>
          <p:nvSpPr>
            <p:cNvPr id="104" name="Harvey 74/100 [74]">
              <a:extLst>
                <a:ext uri="{FF2B5EF4-FFF2-40B4-BE49-F238E27FC236}">
                  <a16:creationId xmlns:a16="http://schemas.microsoft.com/office/drawing/2014/main" id="{565E5A64-245E-4A5F-89BD-4A608EAB3F91}"/>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dirty="0"/>
            </a:p>
          </p:txBody>
        </p:sp>
        <p:sp>
          <p:nvSpPr>
            <p:cNvPr id="105" name="Harvey 75/100 [75]">
              <a:extLst>
                <a:ext uri="{FF2B5EF4-FFF2-40B4-BE49-F238E27FC236}">
                  <a16:creationId xmlns:a16="http://schemas.microsoft.com/office/drawing/2014/main" id="{4D5F9994-73C2-4C23-BA0B-7566D8BE9160}"/>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dirty="0"/>
            </a:p>
          </p:txBody>
        </p:sp>
        <p:sp>
          <p:nvSpPr>
            <p:cNvPr id="106" name="Harvey 76/100 [76]">
              <a:extLst>
                <a:ext uri="{FF2B5EF4-FFF2-40B4-BE49-F238E27FC236}">
                  <a16:creationId xmlns:a16="http://schemas.microsoft.com/office/drawing/2014/main" id="{BD448083-14BE-4295-B4A4-AED8235312B8}"/>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dirty="0"/>
            </a:p>
          </p:txBody>
        </p:sp>
        <p:sp>
          <p:nvSpPr>
            <p:cNvPr id="107" name="Harvey 77/100 [77]">
              <a:extLst>
                <a:ext uri="{FF2B5EF4-FFF2-40B4-BE49-F238E27FC236}">
                  <a16:creationId xmlns:a16="http://schemas.microsoft.com/office/drawing/2014/main" id="{77931D2B-536D-4DE6-AE4C-CB9EA4DE4C61}"/>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dirty="0"/>
            </a:p>
          </p:txBody>
        </p:sp>
        <p:sp>
          <p:nvSpPr>
            <p:cNvPr id="108" name="Harvey 78/100 [78]">
              <a:extLst>
                <a:ext uri="{FF2B5EF4-FFF2-40B4-BE49-F238E27FC236}">
                  <a16:creationId xmlns:a16="http://schemas.microsoft.com/office/drawing/2014/main" id="{53E1ED11-19DD-4DE4-B566-1978E4E0FAF7}"/>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dirty="0"/>
            </a:p>
          </p:txBody>
        </p:sp>
        <p:sp>
          <p:nvSpPr>
            <p:cNvPr id="109" name="Harvey 79/100 [79]">
              <a:extLst>
                <a:ext uri="{FF2B5EF4-FFF2-40B4-BE49-F238E27FC236}">
                  <a16:creationId xmlns:a16="http://schemas.microsoft.com/office/drawing/2014/main" id="{CCE175F0-4184-4D43-8EF9-EA2D4C1192B8}"/>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dirty="0"/>
            </a:p>
          </p:txBody>
        </p:sp>
        <p:sp>
          <p:nvSpPr>
            <p:cNvPr id="110" name="Harvey 80/100 [80]">
              <a:extLst>
                <a:ext uri="{FF2B5EF4-FFF2-40B4-BE49-F238E27FC236}">
                  <a16:creationId xmlns:a16="http://schemas.microsoft.com/office/drawing/2014/main" id="{0A3700C8-F53E-4767-B37F-AC04E744EBAC}"/>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dirty="0"/>
            </a:p>
          </p:txBody>
        </p:sp>
        <p:sp>
          <p:nvSpPr>
            <p:cNvPr id="111" name="Harvey 81/100 [81]">
              <a:extLst>
                <a:ext uri="{FF2B5EF4-FFF2-40B4-BE49-F238E27FC236}">
                  <a16:creationId xmlns:a16="http://schemas.microsoft.com/office/drawing/2014/main" id="{0BEC1370-E4B6-4E47-8F9F-15D7D8FB2CFC}"/>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dirty="0"/>
            </a:p>
          </p:txBody>
        </p:sp>
        <p:sp>
          <p:nvSpPr>
            <p:cNvPr id="112" name="Harvey 82/100 [82]">
              <a:extLst>
                <a:ext uri="{FF2B5EF4-FFF2-40B4-BE49-F238E27FC236}">
                  <a16:creationId xmlns:a16="http://schemas.microsoft.com/office/drawing/2014/main" id="{4C25E3D8-02DA-44CC-A566-01AA84DC7AE3}"/>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dirty="0"/>
            </a:p>
          </p:txBody>
        </p:sp>
        <p:sp>
          <p:nvSpPr>
            <p:cNvPr id="113" name="Harvey 83/100 [83]">
              <a:extLst>
                <a:ext uri="{FF2B5EF4-FFF2-40B4-BE49-F238E27FC236}">
                  <a16:creationId xmlns:a16="http://schemas.microsoft.com/office/drawing/2014/main" id="{D30E4CAB-D224-4135-96E3-C41420C5FF8C}"/>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dirty="0"/>
            </a:p>
          </p:txBody>
        </p:sp>
        <p:sp>
          <p:nvSpPr>
            <p:cNvPr id="114" name="Harvey 84/100 [84]">
              <a:extLst>
                <a:ext uri="{FF2B5EF4-FFF2-40B4-BE49-F238E27FC236}">
                  <a16:creationId xmlns:a16="http://schemas.microsoft.com/office/drawing/2014/main" id="{86971F1C-765A-4BE9-BB2E-62BD40EB7C96}"/>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dirty="0"/>
            </a:p>
          </p:txBody>
        </p:sp>
        <p:sp>
          <p:nvSpPr>
            <p:cNvPr id="115" name="Harvey 85/100 [85]">
              <a:extLst>
                <a:ext uri="{FF2B5EF4-FFF2-40B4-BE49-F238E27FC236}">
                  <a16:creationId xmlns:a16="http://schemas.microsoft.com/office/drawing/2014/main" id="{7027B79D-E0DD-4E78-BF9B-DF2A0C530F79}"/>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dirty="0"/>
            </a:p>
          </p:txBody>
        </p:sp>
        <p:sp>
          <p:nvSpPr>
            <p:cNvPr id="116" name="Harvey 86/100 [86]">
              <a:extLst>
                <a:ext uri="{FF2B5EF4-FFF2-40B4-BE49-F238E27FC236}">
                  <a16:creationId xmlns:a16="http://schemas.microsoft.com/office/drawing/2014/main" id="{B7FD9411-38FE-4E5A-9662-49E94C7C02F5}"/>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dirty="0"/>
            </a:p>
          </p:txBody>
        </p:sp>
        <p:sp>
          <p:nvSpPr>
            <p:cNvPr id="117" name="Harvey 87/100 [87]">
              <a:extLst>
                <a:ext uri="{FF2B5EF4-FFF2-40B4-BE49-F238E27FC236}">
                  <a16:creationId xmlns:a16="http://schemas.microsoft.com/office/drawing/2014/main" id="{9BFDFBFF-FD42-440B-83A2-ED71871262A4}"/>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dirty="0"/>
            </a:p>
          </p:txBody>
        </p:sp>
        <p:sp>
          <p:nvSpPr>
            <p:cNvPr id="118" name="Harvey 88/100 [88]">
              <a:extLst>
                <a:ext uri="{FF2B5EF4-FFF2-40B4-BE49-F238E27FC236}">
                  <a16:creationId xmlns:a16="http://schemas.microsoft.com/office/drawing/2014/main" id="{CAD5BB42-5CEB-4C55-8223-90413902CB0C}"/>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dirty="0"/>
            </a:p>
          </p:txBody>
        </p:sp>
        <p:sp>
          <p:nvSpPr>
            <p:cNvPr id="119" name="Harvey 89/100 [89]">
              <a:extLst>
                <a:ext uri="{FF2B5EF4-FFF2-40B4-BE49-F238E27FC236}">
                  <a16:creationId xmlns:a16="http://schemas.microsoft.com/office/drawing/2014/main" id="{69C7B28D-51E4-4227-9093-C514D42A9005}"/>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dirty="0"/>
            </a:p>
          </p:txBody>
        </p:sp>
        <p:sp>
          <p:nvSpPr>
            <p:cNvPr id="120" name="Harvey 90/100 [90]">
              <a:extLst>
                <a:ext uri="{FF2B5EF4-FFF2-40B4-BE49-F238E27FC236}">
                  <a16:creationId xmlns:a16="http://schemas.microsoft.com/office/drawing/2014/main" id="{3BEADF39-E00B-498D-8CC9-1D5C22643BCD}"/>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dirty="0"/>
            </a:p>
          </p:txBody>
        </p:sp>
        <p:sp>
          <p:nvSpPr>
            <p:cNvPr id="121" name="Harvey 91/100 [91]">
              <a:extLst>
                <a:ext uri="{FF2B5EF4-FFF2-40B4-BE49-F238E27FC236}">
                  <a16:creationId xmlns:a16="http://schemas.microsoft.com/office/drawing/2014/main" id="{110E6742-673F-4B41-964A-7CDD1E4E1D69}"/>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dirty="0"/>
            </a:p>
          </p:txBody>
        </p:sp>
        <p:sp>
          <p:nvSpPr>
            <p:cNvPr id="122" name="Harvey 92/100 [92]">
              <a:extLst>
                <a:ext uri="{FF2B5EF4-FFF2-40B4-BE49-F238E27FC236}">
                  <a16:creationId xmlns:a16="http://schemas.microsoft.com/office/drawing/2014/main" id="{86471447-BD67-40A7-9F08-A43B4D8F8BD8}"/>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dirty="0"/>
            </a:p>
          </p:txBody>
        </p:sp>
        <p:sp>
          <p:nvSpPr>
            <p:cNvPr id="123" name="Harvey 93/100 [93]">
              <a:extLst>
                <a:ext uri="{FF2B5EF4-FFF2-40B4-BE49-F238E27FC236}">
                  <a16:creationId xmlns:a16="http://schemas.microsoft.com/office/drawing/2014/main" id="{4C0E595D-9D01-413C-9699-82CFF38A783B}"/>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dirty="0"/>
            </a:p>
          </p:txBody>
        </p:sp>
        <p:sp>
          <p:nvSpPr>
            <p:cNvPr id="124" name="Harvey 94/100 [94]">
              <a:extLst>
                <a:ext uri="{FF2B5EF4-FFF2-40B4-BE49-F238E27FC236}">
                  <a16:creationId xmlns:a16="http://schemas.microsoft.com/office/drawing/2014/main" id="{E50798B7-8A83-431E-9EF2-5D67851CA417}"/>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dirty="0"/>
            </a:p>
          </p:txBody>
        </p:sp>
        <p:sp>
          <p:nvSpPr>
            <p:cNvPr id="125" name="Harvey 95/100 [95]">
              <a:extLst>
                <a:ext uri="{FF2B5EF4-FFF2-40B4-BE49-F238E27FC236}">
                  <a16:creationId xmlns:a16="http://schemas.microsoft.com/office/drawing/2014/main" id="{D43B84EE-C86E-4D3F-90D2-DFB5E1CCA1D6}"/>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dirty="0"/>
            </a:p>
          </p:txBody>
        </p:sp>
        <p:sp>
          <p:nvSpPr>
            <p:cNvPr id="126" name="Harvey 96/100 [96]">
              <a:extLst>
                <a:ext uri="{FF2B5EF4-FFF2-40B4-BE49-F238E27FC236}">
                  <a16:creationId xmlns:a16="http://schemas.microsoft.com/office/drawing/2014/main" id="{196EA00D-C888-4D50-B739-5199600A5DE5}"/>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dirty="0"/>
            </a:p>
          </p:txBody>
        </p:sp>
        <p:sp>
          <p:nvSpPr>
            <p:cNvPr id="127" name="Harvey 97/100 [97]">
              <a:extLst>
                <a:ext uri="{FF2B5EF4-FFF2-40B4-BE49-F238E27FC236}">
                  <a16:creationId xmlns:a16="http://schemas.microsoft.com/office/drawing/2014/main" id="{0045E86D-0114-4DFD-BC58-E46759227C93}"/>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dirty="0"/>
            </a:p>
          </p:txBody>
        </p:sp>
        <p:sp>
          <p:nvSpPr>
            <p:cNvPr id="128" name="Harvey 98/100 [98]">
              <a:extLst>
                <a:ext uri="{FF2B5EF4-FFF2-40B4-BE49-F238E27FC236}">
                  <a16:creationId xmlns:a16="http://schemas.microsoft.com/office/drawing/2014/main" id="{464F7942-D723-4D2E-91EA-3AEF84D34459}"/>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dirty="0"/>
            </a:p>
          </p:txBody>
        </p:sp>
        <p:sp>
          <p:nvSpPr>
            <p:cNvPr id="129" name="Harvey 99/100 [99]">
              <a:extLst>
                <a:ext uri="{FF2B5EF4-FFF2-40B4-BE49-F238E27FC236}">
                  <a16:creationId xmlns:a16="http://schemas.microsoft.com/office/drawing/2014/main" id="{C8E37BA9-454A-4082-B576-FC335CC3F86E}"/>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dirty="0"/>
            </a:p>
          </p:txBody>
        </p:sp>
        <p:sp>
          <p:nvSpPr>
            <p:cNvPr id="130" name="Harvey 100/100 [100]">
              <a:extLst>
                <a:ext uri="{FF2B5EF4-FFF2-40B4-BE49-F238E27FC236}">
                  <a16:creationId xmlns:a16="http://schemas.microsoft.com/office/drawing/2014/main" id="{B0BC0277-15E0-4AB3-BCCF-B6B586D4D835}"/>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dirty="0"/>
            </a:p>
          </p:txBody>
        </p:sp>
      </p:grpSp>
      <p:sp>
        <p:nvSpPr>
          <p:cNvPr id="131" name="Footnote [Placeholder]" hidden="1">
            <a:extLst>
              <a:ext uri="{FF2B5EF4-FFF2-40B4-BE49-F238E27FC236}">
                <a16:creationId xmlns:a16="http://schemas.microsoft.com/office/drawing/2014/main" id="{8495ADBB-87DF-4E47-9C91-45D9C4AC8F45}"/>
              </a:ext>
            </a:extLst>
          </p:cNvPr>
          <p:cNvSpPr txBox="1"/>
          <p:nvPr userDrawn="1"/>
        </p:nvSpPr>
        <p:spPr>
          <a:xfrm>
            <a:off x="503238" y="5984668"/>
            <a:ext cx="10188208"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kern="0" dirty="0">
                <a:ea typeface="Arial Unicode MS" pitchFamily="34" charset="-128"/>
                <a:cs typeface="Arial Unicode MS" pitchFamily="34" charset="-128"/>
              </a:rPr>
              <a:t>(r) Footnote</a:t>
            </a:r>
          </a:p>
        </p:txBody>
      </p:sp>
      <p:sp>
        <p:nvSpPr>
          <p:cNvPr id="132" name="Responsible [Sticker]" hidden="1">
            <a:extLst>
              <a:ext uri="{FF2B5EF4-FFF2-40B4-BE49-F238E27FC236}">
                <a16:creationId xmlns:a16="http://schemas.microsoft.com/office/drawing/2014/main" id="{B468B29C-7B96-4569-96EE-F47CF951513B}"/>
              </a:ext>
            </a:extLst>
          </p:cNvPr>
          <p:cNvSpPr>
            <a:spLocks/>
          </p:cNvSpPr>
          <p:nvPr userDrawn="1"/>
        </p:nvSpPr>
        <p:spPr>
          <a:xfrm>
            <a:off x="10071105" y="896931"/>
            <a:ext cx="2124070" cy="59540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Responsible: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Name Lastname</a:t>
            </a:r>
          </a:p>
        </p:txBody>
      </p:sp>
      <p:sp>
        <p:nvSpPr>
          <p:cNvPr id="133" name="Discussion [Sticker]" hidden="1">
            <a:extLst>
              <a:ext uri="{FF2B5EF4-FFF2-40B4-BE49-F238E27FC236}">
                <a16:creationId xmlns:a16="http://schemas.microsoft.com/office/drawing/2014/main" id="{9A1CD764-7821-44EC-ADA1-C483C992546C}"/>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Roboto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B6FC9C5D-FC2A-46D7-A941-BF2C841A2865}"/>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Internal use only</a:t>
            </a:r>
          </a:p>
        </p:txBody>
      </p:sp>
      <p:sp>
        <p:nvSpPr>
          <p:cNvPr id="135" name="Final [Sticker]" hidden="1">
            <a:extLst>
              <a:ext uri="{FF2B5EF4-FFF2-40B4-BE49-F238E27FC236}">
                <a16:creationId xmlns:a16="http://schemas.microsoft.com/office/drawing/2014/main" id="{EF8BE20D-18E3-40D7-A5DA-108105F38AFC}"/>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Final slide</a:t>
            </a:r>
          </a:p>
        </p:txBody>
      </p:sp>
      <p:sp>
        <p:nvSpPr>
          <p:cNvPr id="136" name="Backup [Sticker]" hidden="1">
            <a:extLst>
              <a:ext uri="{FF2B5EF4-FFF2-40B4-BE49-F238E27FC236}">
                <a16:creationId xmlns:a16="http://schemas.microsoft.com/office/drawing/2014/main" id="{75EB5107-168F-4341-A51A-3E0EC2311F17}"/>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Backup</a:t>
            </a:r>
          </a:p>
        </p:txBody>
      </p:sp>
      <p:sp>
        <p:nvSpPr>
          <p:cNvPr id="137" name="Update [Sticker]" hidden="1">
            <a:extLst>
              <a:ext uri="{FF2B5EF4-FFF2-40B4-BE49-F238E27FC236}">
                <a16:creationId xmlns:a16="http://schemas.microsoft.com/office/drawing/2014/main" id="{D929BCB4-707F-4791-A475-B37763C376C6}"/>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ea typeface="+mn-ea"/>
                <a:cs typeface="+mn-cs"/>
              </a:rPr>
              <a:t>Update data</a:t>
            </a:r>
          </a:p>
        </p:txBody>
      </p:sp>
      <p:sp>
        <p:nvSpPr>
          <p:cNvPr id="138" name="Dummy [Sticker]" hidden="1">
            <a:extLst>
              <a:ext uri="{FF2B5EF4-FFF2-40B4-BE49-F238E27FC236}">
                <a16:creationId xmlns:a16="http://schemas.microsoft.com/office/drawing/2014/main" id="{26325548-081C-48A0-A68E-5CA2A59148D7}"/>
              </a:ext>
            </a:extLst>
          </p:cNvPr>
          <p:cNvSpPr>
            <a:spLocks/>
          </p:cNvSpPr>
          <p:nvPr userDrawn="1"/>
        </p:nvSpPr>
        <p:spPr>
          <a:xfrm>
            <a:off x="10071105" y="896920"/>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mj-lt"/>
              </a:rPr>
              <a:t>Dummy data</a:t>
            </a:r>
          </a:p>
        </p:txBody>
      </p:sp>
      <p:sp>
        <p:nvSpPr>
          <p:cNvPr id="139" name="Formatting [Comment]" hidden="1">
            <a:extLst>
              <a:ext uri="{FF2B5EF4-FFF2-40B4-BE49-F238E27FC236}">
                <a16:creationId xmlns:a16="http://schemas.microsoft.com/office/drawing/2014/main" id="{A43B4339-3778-4A62-8434-905641533AE5}"/>
              </a:ext>
            </a:extLst>
          </p:cNvPr>
          <p:cNvSpPr>
            <a:spLocks/>
          </p:cNvSpPr>
          <p:nvPr userDrawn="1"/>
        </p:nvSpPr>
        <p:spPr>
          <a:xfrm>
            <a:off x="9483344" y="1097679"/>
            <a:ext cx="2479101" cy="1277432"/>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A0A0A"/>
                </a:solidFill>
                <a:effectLst/>
                <a:uLnTx/>
                <a:uFillTx/>
              </a:rPr>
              <a:t>&lt;initials&gt; &lt;date&gt;yyyy-MM-dd hh:mm&lt;/date&gt;: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A0A0A"/>
              </a:solidFill>
              <a:effectLst/>
              <a:uLnTx/>
              <a:uFillTx/>
            </a:endParaRPr>
          </a:p>
        </p:txBody>
      </p:sp>
      <p:sp>
        <p:nvSpPr>
          <p:cNvPr id="140" name="Content [Comment]" hidden="1">
            <a:extLst>
              <a:ext uri="{FF2B5EF4-FFF2-40B4-BE49-F238E27FC236}">
                <a16:creationId xmlns:a16="http://schemas.microsoft.com/office/drawing/2014/main" id="{161EC9C5-7BA6-4B4E-859C-15F67506A917}"/>
              </a:ext>
            </a:extLst>
          </p:cNvPr>
          <p:cNvSpPr>
            <a:spLocks/>
          </p:cNvSpPr>
          <p:nvPr userDrawn="1"/>
        </p:nvSpPr>
        <p:spPr>
          <a:xfrm>
            <a:off x="9483344" y="1097671"/>
            <a:ext cx="2479101" cy="1277440"/>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A0A0A"/>
                </a:solidFill>
                <a:effectLst/>
                <a:uLnTx/>
                <a:uFillTx/>
              </a:rPr>
              <a:t>&lt;initials&gt; &lt;date&gt;yyyy-MM-dd hh:mm&lt;/date&gt;: </a:t>
            </a:r>
          </a:p>
        </p:txBody>
      </p:sp>
      <p:sp>
        <p:nvSpPr>
          <p:cNvPr id="141" name="Draft [Sticker]" hidden="1">
            <a:extLst>
              <a:ext uri="{FF2B5EF4-FFF2-40B4-BE49-F238E27FC236}">
                <a16:creationId xmlns:a16="http://schemas.microsoft.com/office/drawing/2014/main" id="{BFFB0CDE-ABC5-4213-9CCB-29844DCD6D92}"/>
              </a:ext>
            </a:extLst>
          </p:cNvPr>
          <p:cNvSpPr/>
          <p:nvPr userDrawn="1"/>
        </p:nvSpPr>
        <p:spPr bwMode="gray">
          <a:xfrm rot="18900000">
            <a:off x="2916643" y="2819462"/>
            <a:ext cx="6361889"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800" b="1" i="0" u="none" strike="noStrike" kern="0" cap="none" spc="0" normalizeH="0" baseline="0" noProof="0" dirty="0">
                <a:ln>
                  <a:noFill/>
                </a:ln>
                <a:solidFill>
                  <a:schemeClr val="tx2"/>
                </a:solidFill>
                <a:effectLst/>
                <a:uLnTx/>
                <a:uFillTx/>
                <a:ea typeface="Arial Unicode MS" pitchFamily="34" charset="-128"/>
                <a:cs typeface="Arial Unicode MS" pitchFamily="34" charset="-128"/>
              </a:rPr>
              <a:t>DRAFT</a:t>
            </a:r>
          </a:p>
        </p:txBody>
      </p:sp>
    </p:spTree>
    <p:extLst>
      <p:ext uri="{BB962C8B-B14F-4D97-AF65-F5344CB8AC3E}">
        <p14:creationId xmlns:p14="http://schemas.microsoft.com/office/powerpoint/2010/main" val="117090962"/>
      </p:ext>
    </p:extLst>
  </p:cSld>
  <p:clrMap bg1="dk1" tx1="lt1" bg2="dk2" tx2="lt2" accent1="accent1" accent2="accent2" accent3="accent3" accent4="accent4" accent5="accent5" accent6="accent6" hlink="hlink" folHlink="folHlink"/>
  <p:sldLayoutIdLst>
    <p:sldLayoutId id="2147483813" r:id="rId1"/>
    <p:sldLayoutId id="2147483814" r:id="rId2"/>
    <p:sldLayoutId id="2147483815" r:id="rId3"/>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2"/>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7" y="6559835"/>
            <a:ext cx="564257" cy="92312"/>
          </a:xfrm>
          <a:prstGeom prst="rect">
            <a:avLst/>
          </a:prstGeom>
          <a:noFill/>
        </p:spPr>
        <p:txBody>
          <a:bodyPr wrap="none" lIns="0" tIns="0" rIns="0" bIns="0" rtlCol="0">
            <a:spAutoFit/>
          </a:bodyPr>
          <a:lstStyle/>
          <a:p>
            <a:pPr marL="0" marR="0" indent="0" algn="l" defTabSz="1088340"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dirty="0">
                <a:solidFill>
                  <a:schemeClr val="tx1"/>
                </a:solidFill>
                <a:latin typeface="Arial"/>
                <a:ea typeface="Arial Unicode MS"/>
                <a:cs typeface="Arial Unicode MS" pitchFamily="34" charset="-128"/>
                <a:sym typeface="Arial"/>
              </a:rPr>
              <a:t>CONFIDENTIAL</a:t>
            </a:r>
          </a:p>
        </p:txBody>
      </p:sp>
      <p:sp>
        <p:nvSpPr>
          <p:cNvPr id="10" name="Copyright"/>
          <p:cNvSpPr txBox="1"/>
          <p:nvPr userDrawn="1"/>
        </p:nvSpPr>
        <p:spPr bwMode="black">
          <a:xfrm>
            <a:off x="504003" y="6559835"/>
            <a:ext cx="2269679" cy="92333"/>
          </a:xfrm>
          <a:prstGeom prst="rect">
            <a:avLst/>
          </a:prstGeom>
          <a:noFill/>
        </p:spPr>
        <p:txBody>
          <a:bodyPr wrap="square" lIns="0" tIns="0" rIns="0" bIns="0" rtlCol="0">
            <a:spAutoFit/>
          </a:bodyPr>
          <a:lstStyle/>
          <a:p>
            <a:pPr marL="84104" marR="0" indent="-84104" algn="l" defTabSz="1088340"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2020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p:cNvSpPr>
            <a:spLocks noGrp="1"/>
          </p:cNvSpPr>
          <p:nvPr userDrawn="1">
            <p:ph type="body" idx="1"/>
          </p:nvPr>
        </p:nvSpPr>
        <p:spPr bwMode="black">
          <a:xfrm>
            <a:off x="504001" y="1620000"/>
            <a:ext cx="11186476" cy="4716000"/>
          </a:xfrm>
          <a:prstGeom prst="rect">
            <a:avLst/>
          </a:prstGeom>
        </p:spPr>
        <p:txBody>
          <a:bodyPr vert="horz" lIns="0" tIns="0" rIns="0" bIns="0" rtlCol="0">
            <a:normAutofit/>
          </a:bodyPr>
          <a:lstStyle/>
          <a:p>
            <a:pPr lvl="0"/>
            <a:r>
              <a:rPr lang="en-US" noProof="0"/>
              <a:t>First level</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4001" y="504000"/>
            <a:ext cx="11186476" cy="369332"/>
          </a:xfrm>
          <a:prstGeom prst="rect">
            <a:avLst/>
          </a:prstGeom>
        </p:spPr>
        <p:txBody>
          <a:bodyPr vert="horz" wrap="square" lIns="0" tIns="0" rIns="0" bIns="0" rtlCol="0" anchor="t" anchorCtr="0">
            <a:spAutoFit/>
          </a:bodyPr>
          <a:lstStyle/>
          <a:p>
            <a:r>
              <a:rPr lang="en-US" noProof="0"/>
              <a:t>Insert page title (sentence case)</a:t>
            </a:r>
          </a:p>
        </p:txBody>
      </p:sp>
    </p:spTree>
    <p:extLst>
      <p:ext uri="{BB962C8B-B14F-4D97-AF65-F5344CB8AC3E}">
        <p14:creationId xmlns:p14="http://schemas.microsoft.com/office/powerpoint/2010/main" val="1323262464"/>
      </p:ext>
    </p:extLst>
  </p:cSld>
  <p:clrMap bg1="lt1" tx1="dk1" bg2="lt2" tx2="dk2" accent1="accent1" accent2="accent2" accent3="accent3" accent4="accent4" accent5="accent5" accent6="accent6" hlink="hlink" folHlink="folHlink"/>
  <p:sldLayoutIdLst>
    <p:sldLayoutId id="2147484126" r:id="rId1"/>
    <p:sldLayoutId id="2147484127" r:id="rId2"/>
    <p:sldLayoutId id="2147484128" r:id="rId3"/>
    <p:sldLayoutId id="2147484129" r:id="rId4"/>
    <p:sldLayoutId id="2147484130" r:id="rId5"/>
    <p:sldLayoutId id="2147484131" r:id="rId6"/>
    <p:sldLayoutId id="2147484132" r:id="rId7"/>
    <p:sldLayoutId id="2147484133" r:id="rId8"/>
    <p:sldLayoutId id="2147484134" r:id="rId9"/>
    <p:sldLayoutId id="2147484135" r:id="rId10"/>
    <p:sldLayoutId id="2147484136" r:id="rId11"/>
    <p:sldLayoutId id="2147484137" r:id="rId12"/>
    <p:sldLayoutId id="2147484138" r:id="rId13"/>
    <p:sldLayoutId id="2147484139" r:id="rId14"/>
    <p:sldLayoutId id="2147484140" r:id="rId15"/>
    <p:sldLayoutId id="2147484141" r:id="rId16"/>
    <p:sldLayoutId id="2147484142" r:id="rId17"/>
    <p:sldLayoutId id="2147484143" r:id="rId18"/>
    <p:sldLayoutId id="2147484144" r:id="rId19"/>
    <p:sldLayoutId id="2147484145" r:id="rId20"/>
    <p:sldLayoutId id="2147484146" r:id="rId21"/>
    <p:sldLayoutId id="2147484147" r:id="rId22"/>
    <p:sldLayoutId id="2147484148" r:id="rId23"/>
  </p:sldLayoutIdLst>
  <p:hf hdr="0" ftr="0" dt="0"/>
  <p:txStyles>
    <p:titleStyle>
      <a:lvl1pPr algn="l" defTabSz="1088340"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340"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28" indent="-179928" algn="l" defTabSz="1088340"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03" indent="-179352" algn="l" defTabSz="1088340"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784" indent="-179928" algn="l" defTabSz="1088340"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712" indent="-179928" algn="l" defTabSz="1088340"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2936" indent="-272086" algn="l" defTabSz="108834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106" indent="-272086" algn="l" defTabSz="108834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1277" indent="-272086" algn="l" defTabSz="108834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5448" indent="-272086" algn="l" defTabSz="108834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340" rtl="0" eaLnBrk="1" latinLnBrk="0" hangingPunct="1">
        <a:defRPr sz="2100" kern="1200">
          <a:solidFill>
            <a:schemeClr val="tx1"/>
          </a:solidFill>
          <a:latin typeface="+mn-lt"/>
          <a:ea typeface="+mn-ea"/>
          <a:cs typeface="+mn-cs"/>
        </a:defRPr>
      </a:lvl1pPr>
      <a:lvl2pPr marL="544170" algn="l" defTabSz="1088340" rtl="0" eaLnBrk="1" latinLnBrk="0" hangingPunct="1">
        <a:defRPr sz="2100" kern="1200">
          <a:solidFill>
            <a:schemeClr val="tx1"/>
          </a:solidFill>
          <a:latin typeface="+mn-lt"/>
          <a:ea typeface="+mn-ea"/>
          <a:cs typeface="+mn-cs"/>
        </a:defRPr>
      </a:lvl2pPr>
      <a:lvl3pPr marL="1088340" algn="l" defTabSz="1088340" rtl="0" eaLnBrk="1" latinLnBrk="0" hangingPunct="1">
        <a:defRPr sz="2100" kern="1200">
          <a:solidFill>
            <a:schemeClr val="tx1"/>
          </a:solidFill>
          <a:latin typeface="+mn-lt"/>
          <a:ea typeface="+mn-ea"/>
          <a:cs typeface="+mn-cs"/>
        </a:defRPr>
      </a:lvl3pPr>
      <a:lvl4pPr marL="1632510" algn="l" defTabSz="1088340" rtl="0" eaLnBrk="1" latinLnBrk="0" hangingPunct="1">
        <a:defRPr sz="2100" kern="1200">
          <a:solidFill>
            <a:schemeClr val="tx1"/>
          </a:solidFill>
          <a:latin typeface="+mn-lt"/>
          <a:ea typeface="+mn-ea"/>
          <a:cs typeface="+mn-cs"/>
        </a:defRPr>
      </a:lvl4pPr>
      <a:lvl5pPr marL="2176681" algn="l" defTabSz="1088340" rtl="0" eaLnBrk="1" latinLnBrk="0" hangingPunct="1">
        <a:defRPr sz="2100" kern="1200">
          <a:solidFill>
            <a:schemeClr val="tx1"/>
          </a:solidFill>
          <a:latin typeface="+mn-lt"/>
          <a:ea typeface="+mn-ea"/>
          <a:cs typeface="+mn-cs"/>
        </a:defRPr>
      </a:lvl5pPr>
      <a:lvl6pPr marL="2720852" algn="l" defTabSz="1088340" rtl="0" eaLnBrk="1" latinLnBrk="0" hangingPunct="1">
        <a:defRPr sz="2100" kern="1200">
          <a:solidFill>
            <a:schemeClr val="tx1"/>
          </a:solidFill>
          <a:latin typeface="+mn-lt"/>
          <a:ea typeface="+mn-ea"/>
          <a:cs typeface="+mn-cs"/>
        </a:defRPr>
      </a:lvl6pPr>
      <a:lvl7pPr marL="3265022" algn="l" defTabSz="1088340" rtl="0" eaLnBrk="1" latinLnBrk="0" hangingPunct="1">
        <a:defRPr sz="2100" kern="1200">
          <a:solidFill>
            <a:schemeClr val="tx1"/>
          </a:solidFill>
          <a:latin typeface="+mn-lt"/>
          <a:ea typeface="+mn-ea"/>
          <a:cs typeface="+mn-cs"/>
        </a:defRPr>
      </a:lvl7pPr>
      <a:lvl8pPr marL="3809192" algn="l" defTabSz="1088340" rtl="0" eaLnBrk="1" latinLnBrk="0" hangingPunct="1">
        <a:defRPr sz="2100" kern="1200">
          <a:solidFill>
            <a:schemeClr val="tx1"/>
          </a:solidFill>
          <a:latin typeface="+mn-lt"/>
          <a:ea typeface="+mn-ea"/>
          <a:cs typeface="+mn-cs"/>
        </a:defRPr>
      </a:lvl8pPr>
      <a:lvl9pPr marL="4353362" algn="l" defTabSz="1088340"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7.xml"/><Relationship Id="rId1" Type="http://schemas.openxmlformats.org/officeDocument/2006/relationships/customXml" Target="../../customXml/item6.xml"/><Relationship Id="rId5" Type="http://schemas.openxmlformats.org/officeDocument/2006/relationships/image" Target="../media/image10.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9.xml"/><Relationship Id="rId1" Type="http://schemas.openxmlformats.org/officeDocument/2006/relationships/customXml" Target="../../customXml/item8.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image" Target="../media/image11.tiff"/><Relationship Id="rId1" Type="http://schemas.openxmlformats.org/officeDocument/2006/relationships/slideLayout" Target="../slideLayouts/slideLayout7.xml"/><Relationship Id="rId4" Type="http://schemas.openxmlformats.org/officeDocument/2006/relationships/image" Target="../media/image13.tif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customXml" Target="../../customXml/item11.xml"/><Relationship Id="rId1" Type="http://schemas.openxmlformats.org/officeDocument/2006/relationships/customXml" Target="../../customXml/item10.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descr="Partner logo placeholder">
            <a:extLst>
              <a:ext uri="{FF2B5EF4-FFF2-40B4-BE49-F238E27FC236}">
                <a16:creationId xmlns:a16="http://schemas.microsoft.com/office/drawing/2014/main" id="{66968427-781D-3544-9DC8-4BE9640CFF8E}"/>
              </a:ext>
            </a:extLst>
          </p:cNvPr>
          <p:cNvSpPr>
            <a:spLocks noGrp="1"/>
          </p:cNvSpPr>
          <p:nvPr>
            <p:ph type="pic" sz="quarter" idx="15"/>
          </p:nvPr>
        </p:nvSpPr>
        <p:spPr/>
      </p:sp>
      <p:sp>
        <p:nvSpPr>
          <p:cNvPr id="10" name="TextBox 9" descr="{&quot;templafy&quot;:{&quot;id&quot;:&quot;faa66775-9f36-494d-b0d6-957f914e8bea&quot;}}">
            <a:extLst>
              <a:ext uri="{FF2B5EF4-FFF2-40B4-BE49-F238E27FC236}">
                <a16:creationId xmlns:a16="http://schemas.microsoft.com/office/drawing/2014/main" id="{0CAE285C-C1A0-48E8-92E5-F1C638CAF547}"/>
              </a:ext>
            </a:extLst>
          </p:cNvPr>
          <p:cNvSpPr txBox="1"/>
          <p:nvPr/>
        </p:nvSpPr>
        <p:spPr>
          <a:xfrm>
            <a:off x="280987" y="5350617"/>
            <a:ext cx="5402236" cy="223148"/>
          </a:xfrm>
          <a:prstGeom prst="rect">
            <a:avLst/>
          </a:prstGeom>
          <a:noFill/>
        </p:spPr>
        <p:txBody>
          <a:bodyPr wrap="square" lIns="0" tIns="0" rIns="0" bIns="0" rtlCol="0" anchor="b" anchorCtr="0">
            <a:noAutofit/>
          </a:bodyPr>
          <a:lstStyle/>
          <a:p>
            <a:pPr algn="l"/>
            <a:r>
              <a:rPr lang="en-US" sz="1400" dirty="0">
                <a:solidFill>
                  <a:schemeClr val="tx1"/>
                </a:solidFill>
                <a:latin typeface="+mn-lt"/>
              </a:rPr>
              <a:t>Month 00, 2023</a:t>
            </a:r>
          </a:p>
        </p:txBody>
      </p:sp>
      <p:sp>
        <p:nvSpPr>
          <p:cNvPr id="9" name="TextBox 8" descr="{&quot;templafy&quot;:{&quot;id&quot;:&quot;6822ecca-1276-4638-9131-e95bd1279285&quot;}}">
            <a:extLst>
              <a:ext uri="{FF2B5EF4-FFF2-40B4-BE49-F238E27FC236}">
                <a16:creationId xmlns:a16="http://schemas.microsoft.com/office/drawing/2014/main" id="{35377F4E-56B2-4AB3-932C-4EC427E9B30D}"/>
              </a:ext>
            </a:extLst>
          </p:cNvPr>
          <p:cNvSpPr txBox="1">
            <a:spLocks/>
          </p:cNvSpPr>
          <p:nvPr/>
        </p:nvSpPr>
        <p:spPr>
          <a:xfrm>
            <a:off x="280987" y="5135836"/>
            <a:ext cx="5402236" cy="223148"/>
          </a:xfrm>
          <a:prstGeom prst="rect">
            <a:avLst/>
          </a:prstGeom>
          <a:noFill/>
        </p:spPr>
        <p:txBody>
          <a:bodyPr wrap="square" lIns="0" tIns="0" rIns="0" bIns="0" rtlCol="0" anchor="b" anchorCtr="0">
            <a:noAutofit/>
          </a:bodyPr>
          <a:lstStyle/>
          <a:p>
            <a:pPr algn="l"/>
            <a:r>
              <a:rPr lang="en-US" sz="1400" dirty="0">
                <a:solidFill>
                  <a:schemeClr val="tx1"/>
                </a:solidFill>
                <a:latin typeface="+mn-lt"/>
              </a:rPr>
              <a:t>&lt;Consultant Name&gt;, SAP</a:t>
            </a:r>
          </a:p>
        </p:txBody>
      </p:sp>
      <p:sp>
        <p:nvSpPr>
          <p:cNvPr id="8" name="Presentation Title"/>
          <p:cNvSpPr>
            <a:spLocks noGrp="1"/>
          </p:cNvSpPr>
          <p:nvPr>
            <p:ph type="title"/>
          </p:nvPr>
        </p:nvSpPr>
        <p:spPr bwMode="gray"/>
        <p:txBody>
          <a:bodyPr/>
          <a:lstStyle/>
          <a:p>
            <a:r>
              <a:rPr lang="en-US" sz="3200" dirty="0"/>
              <a:t>&lt;Customer Name&gt; - Value Opportunity Readout</a:t>
            </a:r>
            <a:endParaRPr lang="de-DE" sz="3200" dirty="0"/>
          </a:p>
        </p:txBody>
      </p:sp>
      <p:pic>
        <p:nvPicPr>
          <p:cNvPr id="6" name="Picture Placeholder 6">
            <a:extLst>
              <a:ext uri="{FF2B5EF4-FFF2-40B4-BE49-F238E27FC236}">
                <a16:creationId xmlns:a16="http://schemas.microsoft.com/office/drawing/2014/main" id="{FCA76FC1-FD11-4D25-0FB6-E860848288CE}"/>
              </a:ext>
            </a:extLst>
          </p:cNvPr>
          <p:cNvPicPr>
            <a:picLocks noGrp="1" noChangeAspect="1"/>
          </p:cNvPicPr>
          <p:nvPr>
            <p:ph type="pic" sz="quarter" idx="16"/>
          </p:nvPr>
        </p:nvPicPr>
        <p:blipFill>
          <a:blip r:embed="rId5" cstate="screen">
            <a:extLst>
              <a:ext uri="{28A0092B-C50C-407E-A947-70E740481C1C}">
                <a14:useLocalDpi xmlns:a14="http://schemas.microsoft.com/office/drawing/2010/main"/>
              </a:ext>
            </a:extLst>
          </a:blip>
          <a:srcRect l="10" r="10"/>
          <a:stretch>
            <a:fillRect/>
          </a:stretch>
        </p:blipFill>
        <p:spPr/>
      </p:pic>
    </p:spTree>
    <p:custDataLst>
      <p:custData r:id="rId1"/>
      <p:custData r:id="rId2"/>
    </p:custDataLst>
    <p:extLst>
      <p:ext uri="{BB962C8B-B14F-4D97-AF65-F5344CB8AC3E}">
        <p14:creationId xmlns:p14="http://schemas.microsoft.com/office/powerpoint/2010/main" val="3262179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genda items"/>
          <p:cNvSpPr>
            <a:spLocks noGrp="1"/>
          </p:cNvSpPr>
          <p:nvPr>
            <p:ph type="body" sz="quarter" idx="10"/>
          </p:nvPr>
        </p:nvSpPr>
        <p:spPr bwMode="gray">
          <a:xfrm>
            <a:off x="504000" y="1378077"/>
            <a:ext cx="11185200" cy="4716000"/>
          </a:xfrm>
        </p:spPr>
        <p:txBody>
          <a:bodyPr vert="horz" lIns="0" tIns="0" rIns="0" bIns="0" rtlCol="0" anchor="t">
            <a:normAutofit lnSpcReduction="10000"/>
          </a:bodyPr>
          <a:lstStyle/>
          <a:p>
            <a:pPr>
              <a:spcBef>
                <a:spcPts val="0"/>
              </a:spcBef>
            </a:pPr>
            <a:r>
              <a:rPr lang="en-US" b="1" dirty="0"/>
              <a:t>SAP Ariba Value of the Tool</a:t>
            </a:r>
          </a:p>
          <a:p>
            <a:pPr marL="342900" indent="-342900">
              <a:spcBef>
                <a:spcPts val="0"/>
              </a:spcBef>
              <a:buFontTx/>
              <a:buChar char="-"/>
            </a:pPr>
            <a:r>
              <a:rPr lang="en-US" dirty="0">
                <a:cs typeface="Arial"/>
              </a:rPr>
              <a:t>Overview of Value Levers</a:t>
            </a:r>
            <a:endParaRPr lang="en-US" dirty="0"/>
          </a:p>
          <a:p>
            <a:pPr marL="342900" indent="-342900">
              <a:spcBef>
                <a:spcPts val="0"/>
              </a:spcBef>
              <a:buFontTx/>
              <a:buChar char="-"/>
            </a:pPr>
            <a:r>
              <a:rPr lang="en-US" dirty="0"/>
              <a:t>Selected Value Drivers </a:t>
            </a:r>
            <a:endParaRPr lang="en-US" dirty="0">
              <a:cs typeface="Arial"/>
            </a:endParaRPr>
          </a:p>
          <a:p>
            <a:r>
              <a:rPr lang="en-US" b="1" dirty="0"/>
              <a:t>Work Performed to Date</a:t>
            </a:r>
            <a:endParaRPr lang="en-US" b="1" dirty="0">
              <a:cs typeface="Arial"/>
            </a:endParaRPr>
          </a:p>
          <a:p>
            <a:r>
              <a:rPr lang="en-US" b="1" dirty="0"/>
              <a:t>Recommendations and Strategy</a:t>
            </a:r>
            <a:endParaRPr lang="en-US" b="1" dirty="0">
              <a:cs typeface="Arial"/>
            </a:endParaRPr>
          </a:p>
          <a:p>
            <a:r>
              <a:rPr lang="en-US" b="1" dirty="0">
                <a:cs typeface="Arial"/>
              </a:rPr>
              <a:t>Detailed Recommendations and Next Steps</a:t>
            </a:r>
          </a:p>
          <a:p>
            <a:pPr marL="522605" lvl="1" indent="-342900">
              <a:buFont typeface="Arial" panose="020B0604020202020204" pitchFamily="34" charset="0"/>
              <a:buChar char="•"/>
            </a:pPr>
            <a:r>
              <a:rPr lang="en-US" dirty="0">
                <a:cs typeface="Arial"/>
              </a:rPr>
              <a:t>Short Term, Mid-Term, and Long Term</a:t>
            </a:r>
          </a:p>
          <a:p>
            <a:pPr marL="522605" lvl="1" indent="-342900">
              <a:buFont typeface="Arial" panose="020B0604020202020204" pitchFamily="34" charset="0"/>
              <a:buChar char="•"/>
            </a:pPr>
            <a:r>
              <a:rPr lang="en-US" dirty="0">
                <a:cs typeface="Arial"/>
              </a:rPr>
              <a:t>Recommended Timeline</a:t>
            </a:r>
          </a:p>
          <a:p>
            <a:pPr marL="522605" lvl="1" indent="-342900">
              <a:buFont typeface="Arial" panose="020B0604020202020204" pitchFamily="34" charset="0"/>
              <a:buChar char="•"/>
            </a:pPr>
            <a:r>
              <a:rPr lang="en-US" dirty="0">
                <a:cs typeface="Arial"/>
              </a:rPr>
              <a:t>Additional Self-Service Details</a:t>
            </a:r>
            <a:br>
              <a:rPr lang="en-US" b="1" dirty="0">
                <a:cs typeface="Arial"/>
              </a:rPr>
            </a:br>
            <a:endParaRPr lang="en-US" b="1" dirty="0">
              <a:cs typeface="Arial"/>
            </a:endParaRPr>
          </a:p>
          <a:p>
            <a:pPr marL="0" lvl="1" indent="0">
              <a:buNone/>
            </a:pPr>
            <a:r>
              <a:rPr lang="en-US" b="1" dirty="0"/>
              <a:t>Report Tracking</a:t>
            </a:r>
            <a:endParaRPr lang="en-US" b="1" dirty="0">
              <a:cs typeface="Arial"/>
            </a:endParaRPr>
          </a:p>
          <a:p>
            <a:pPr marL="179705" lvl="1" indent="-179705"/>
            <a:r>
              <a:rPr lang="en-US" dirty="0"/>
              <a:t>Refer to Value Opportunity Assessment (VOA)</a:t>
            </a:r>
            <a:endParaRPr lang="en-US" dirty="0">
              <a:cs typeface="Arial"/>
            </a:endParaRPr>
          </a:p>
        </p:txBody>
      </p:sp>
      <p:sp>
        <p:nvSpPr>
          <p:cNvPr id="2" name="Agenda"/>
          <p:cNvSpPr>
            <a:spLocks noGrp="1"/>
          </p:cNvSpPr>
          <p:nvPr>
            <p:ph type="title"/>
          </p:nvPr>
        </p:nvSpPr>
        <p:spPr bwMode="gray">
          <a:xfrm>
            <a:off x="504001" y="504000"/>
            <a:ext cx="11186476" cy="369332"/>
          </a:xfrm>
        </p:spPr>
        <p:txBody>
          <a:bodyPr/>
          <a:lstStyle/>
          <a:p>
            <a:r>
              <a:rPr lang="en-US" dirty="0"/>
              <a:t>Agenda</a:t>
            </a:r>
          </a:p>
        </p:txBody>
      </p:sp>
    </p:spTree>
    <p:custDataLst>
      <p:custData r:id="rId1"/>
      <p:custData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riangle 42">
            <a:extLst>
              <a:ext uri="{FF2B5EF4-FFF2-40B4-BE49-F238E27FC236}">
                <a16:creationId xmlns:a16="http://schemas.microsoft.com/office/drawing/2014/main" id="{C45110CF-BC0A-CA46-B8F4-B100936BA6BA}"/>
              </a:ext>
            </a:extLst>
          </p:cNvPr>
          <p:cNvSpPr/>
          <p:nvPr/>
        </p:nvSpPr>
        <p:spPr bwMode="gray">
          <a:xfrm rot="10800000">
            <a:off x="11636465" y="1921301"/>
            <a:ext cx="312208" cy="225306"/>
          </a:xfrm>
          <a:prstGeom prst="triangle">
            <a:avLst>
              <a:gd name="adj" fmla="val 100000"/>
            </a:avLst>
          </a:prstGeom>
          <a:solidFill>
            <a:schemeClr val="accent3">
              <a:lumMod val="75000"/>
            </a:schemeClr>
          </a:solidFill>
          <a:ln w="25400" algn="ctr">
            <a:noFill/>
            <a:miter lim="800000"/>
            <a:headEnd/>
            <a:tailEnd/>
          </a:ln>
        </p:spPr>
        <p:txBody>
          <a:bodyPr lIns="89979" tIns="71983" rIns="89979" bIns="71983" rtlCol="0" anchor="ctr"/>
          <a:lstStyle/>
          <a:p>
            <a:pPr algn="ctr" defTabSz="914217" fontAlgn="base">
              <a:spcBef>
                <a:spcPct val="50000"/>
              </a:spcBef>
              <a:spcAft>
                <a:spcPct val="0"/>
              </a:spcAft>
              <a:buClr>
                <a:srgbClr val="F0AB00"/>
              </a:buClr>
              <a:buSzPct val="80000"/>
              <a:defRPr/>
            </a:pPr>
            <a:endParaRPr lang="en-US" sz="1800" kern="0" dirty="0">
              <a:solidFill>
                <a:srgbClr val="000000"/>
              </a:solidFill>
              <a:ea typeface="Arial Unicode MS" pitchFamily="34" charset="-128"/>
              <a:cs typeface="Arial Unicode MS" pitchFamily="34" charset="-128"/>
            </a:endParaRPr>
          </a:p>
        </p:txBody>
      </p:sp>
      <p:sp>
        <p:nvSpPr>
          <p:cNvPr id="44" name="Triangle 43">
            <a:extLst>
              <a:ext uri="{FF2B5EF4-FFF2-40B4-BE49-F238E27FC236}">
                <a16:creationId xmlns:a16="http://schemas.microsoft.com/office/drawing/2014/main" id="{2492F790-2370-AC4E-9365-8F5B4FDE38AF}"/>
              </a:ext>
            </a:extLst>
          </p:cNvPr>
          <p:cNvSpPr/>
          <p:nvPr/>
        </p:nvSpPr>
        <p:spPr bwMode="gray">
          <a:xfrm rot="10800000">
            <a:off x="11626607" y="4417751"/>
            <a:ext cx="312208" cy="225306"/>
          </a:xfrm>
          <a:prstGeom prst="triangle">
            <a:avLst>
              <a:gd name="adj" fmla="val 100000"/>
            </a:avLst>
          </a:prstGeom>
          <a:solidFill>
            <a:schemeClr val="accent3">
              <a:lumMod val="50000"/>
            </a:schemeClr>
          </a:solidFill>
          <a:ln w="25400" algn="ctr">
            <a:noFill/>
            <a:miter lim="800000"/>
            <a:headEnd/>
            <a:tailEnd/>
          </a:ln>
        </p:spPr>
        <p:txBody>
          <a:bodyPr lIns="89979" tIns="71983" rIns="89979" bIns="71983" rtlCol="0" anchor="ctr"/>
          <a:lstStyle/>
          <a:p>
            <a:pPr algn="ctr" defTabSz="914217" fontAlgn="base">
              <a:spcBef>
                <a:spcPct val="50000"/>
              </a:spcBef>
              <a:spcAft>
                <a:spcPct val="0"/>
              </a:spcAft>
              <a:buClr>
                <a:srgbClr val="F0AB00"/>
              </a:buClr>
              <a:buSzPct val="80000"/>
              <a:defRPr/>
            </a:pPr>
            <a:endParaRPr lang="en-US" sz="1800" kern="0" dirty="0">
              <a:solidFill>
                <a:srgbClr val="000000"/>
              </a:solidFill>
              <a:ea typeface="Arial Unicode MS" pitchFamily="34" charset="-128"/>
              <a:cs typeface="Arial Unicode MS" pitchFamily="34" charset="-128"/>
            </a:endParaRPr>
          </a:p>
        </p:txBody>
      </p:sp>
      <p:sp>
        <p:nvSpPr>
          <p:cNvPr id="7" name="Triangle 6">
            <a:extLst>
              <a:ext uri="{FF2B5EF4-FFF2-40B4-BE49-F238E27FC236}">
                <a16:creationId xmlns:a16="http://schemas.microsoft.com/office/drawing/2014/main" id="{3E5EAD62-C051-2C43-91B6-17D74AA1B06B}"/>
              </a:ext>
            </a:extLst>
          </p:cNvPr>
          <p:cNvSpPr/>
          <p:nvPr/>
        </p:nvSpPr>
        <p:spPr bwMode="gray">
          <a:xfrm rot="10800000">
            <a:off x="5880575" y="1925514"/>
            <a:ext cx="312208" cy="225306"/>
          </a:xfrm>
          <a:prstGeom prst="triangle">
            <a:avLst>
              <a:gd name="adj" fmla="val 100000"/>
            </a:avLst>
          </a:prstGeom>
          <a:solidFill>
            <a:schemeClr val="accent3"/>
          </a:solidFill>
          <a:ln w="25400" algn="ctr">
            <a:noFill/>
            <a:miter lim="800000"/>
            <a:headEnd/>
            <a:tailEnd/>
          </a:ln>
        </p:spPr>
        <p:txBody>
          <a:bodyPr lIns="89979" tIns="71983" rIns="89979" bIns="71983" rtlCol="0" anchor="ctr"/>
          <a:lstStyle/>
          <a:p>
            <a:pPr algn="ctr" defTabSz="914217" fontAlgn="base">
              <a:spcBef>
                <a:spcPct val="50000"/>
              </a:spcBef>
              <a:spcAft>
                <a:spcPct val="0"/>
              </a:spcAft>
              <a:buClr>
                <a:srgbClr val="F0AB00"/>
              </a:buClr>
              <a:buSzPct val="80000"/>
              <a:defRPr/>
            </a:pPr>
            <a:endParaRPr lang="en-US" sz="1800" kern="0" dirty="0">
              <a:solidFill>
                <a:srgbClr val="000000"/>
              </a:solidFill>
              <a:ea typeface="Arial Unicode MS" pitchFamily="34" charset="-128"/>
              <a:cs typeface="Arial Unicode MS" pitchFamily="34" charset="-128"/>
            </a:endParaRPr>
          </a:p>
        </p:txBody>
      </p:sp>
      <p:sp>
        <p:nvSpPr>
          <p:cNvPr id="38" name="Rectangle 37">
            <a:extLst>
              <a:ext uri="{FF2B5EF4-FFF2-40B4-BE49-F238E27FC236}">
                <a16:creationId xmlns:a16="http://schemas.microsoft.com/office/drawing/2014/main" id="{53EF2462-BDC5-354B-AF13-BA3E4C7994D6}"/>
              </a:ext>
            </a:extLst>
          </p:cNvPr>
          <p:cNvSpPr/>
          <p:nvPr/>
        </p:nvSpPr>
        <p:spPr bwMode="gray">
          <a:xfrm>
            <a:off x="509339" y="3924791"/>
            <a:ext cx="5371238" cy="2482993"/>
          </a:xfrm>
          <a:prstGeom prst="rect">
            <a:avLst/>
          </a:prstGeom>
          <a:solidFill>
            <a:schemeClr val="bg1">
              <a:lumMod val="95000"/>
            </a:schemeClr>
          </a:solidFill>
          <a:ln w="25400" algn="ctr">
            <a:noFill/>
            <a:miter lim="800000"/>
            <a:headEnd/>
            <a:tailEnd/>
          </a:ln>
        </p:spPr>
        <p:txBody>
          <a:bodyPr lIns="89979" tIns="71983" rIns="89979" bIns="71983" rtlCol="0" anchor="ctr"/>
          <a:lstStyle/>
          <a:p>
            <a:pPr algn="ctr" defTabSz="914217" fontAlgn="base">
              <a:spcBef>
                <a:spcPct val="50000"/>
              </a:spcBef>
              <a:spcAft>
                <a:spcPct val="0"/>
              </a:spcAft>
              <a:buClr>
                <a:srgbClr val="F0AB00"/>
              </a:buClr>
              <a:buSzPct val="80000"/>
              <a:defRPr/>
            </a:pPr>
            <a:endParaRPr lang="en-US" sz="1800" kern="0" dirty="0">
              <a:solidFill>
                <a:srgbClr val="000000"/>
              </a:solidFill>
              <a:ea typeface="Arial Unicode MS" pitchFamily="34" charset="-128"/>
              <a:cs typeface="Arial Unicode MS" pitchFamily="34" charset="-128"/>
            </a:endParaRPr>
          </a:p>
        </p:txBody>
      </p:sp>
      <p:sp>
        <p:nvSpPr>
          <p:cNvPr id="36" name="Rectangle 35">
            <a:extLst>
              <a:ext uri="{FF2B5EF4-FFF2-40B4-BE49-F238E27FC236}">
                <a16:creationId xmlns:a16="http://schemas.microsoft.com/office/drawing/2014/main" id="{2A6DA896-B582-A74B-8935-A1CDE9E5D556}"/>
              </a:ext>
            </a:extLst>
          </p:cNvPr>
          <p:cNvSpPr/>
          <p:nvPr/>
        </p:nvSpPr>
        <p:spPr bwMode="gray">
          <a:xfrm>
            <a:off x="6780671" y="3924791"/>
            <a:ext cx="4876786" cy="2482993"/>
          </a:xfrm>
          <a:prstGeom prst="rect">
            <a:avLst/>
          </a:prstGeom>
          <a:solidFill>
            <a:schemeClr val="bg1">
              <a:lumMod val="95000"/>
            </a:schemeClr>
          </a:solidFill>
          <a:ln w="25400" algn="ctr">
            <a:noFill/>
            <a:miter lim="800000"/>
            <a:headEnd/>
            <a:tailEnd/>
          </a:ln>
        </p:spPr>
        <p:txBody>
          <a:bodyPr lIns="89979" tIns="71983" rIns="89979" bIns="71983" rtlCol="0" anchor="ctr"/>
          <a:lstStyle/>
          <a:p>
            <a:pPr algn="ctr" defTabSz="914217" fontAlgn="base">
              <a:spcBef>
                <a:spcPct val="50000"/>
              </a:spcBef>
              <a:spcAft>
                <a:spcPct val="0"/>
              </a:spcAft>
              <a:buClr>
                <a:srgbClr val="F0AB00"/>
              </a:buClr>
              <a:buSzPct val="80000"/>
              <a:defRPr/>
            </a:pPr>
            <a:endParaRPr lang="en-US" sz="1800" kern="0" dirty="0">
              <a:solidFill>
                <a:srgbClr val="000000"/>
              </a:solidFill>
              <a:ea typeface="Arial Unicode MS" pitchFamily="34" charset="-128"/>
              <a:cs typeface="Arial Unicode MS" pitchFamily="34" charset="-128"/>
            </a:endParaRPr>
          </a:p>
        </p:txBody>
      </p:sp>
      <p:sp>
        <p:nvSpPr>
          <p:cNvPr id="35" name="Rectangle 34">
            <a:extLst>
              <a:ext uri="{FF2B5EF4-FFF2-40B4-BE49-F238E27FC236}">
                <a16:creationId xmlns:a16="http://schemas.microsoft.com/office/drawing/2014/main" id="{076E94DE-BE92-1B44-86BC-F8BF7AEA55B8}"/>
              </a:ext>
            </a:extLst>
          </p:cNvPr>
          <p:cNvSpPr/>
          <p:nvPr/>
        </p:nvSpPr>
        <p:spPr bwMode="gray">
          <a:xfrm>
            <a:off x="6780671" y="1481779"/>
            <a:ext cx="4876786" cy="2247434"/>
          </a:xfrm>
          <a:prstGeom prst="rect">
            <a:avLst/>
          </a:prstGeom>
          <a:solidFill>
            <a:schemeClr val="bg1">
              <a:lumMod val="95000"/>
            </a:schemeClr>
          </a:solidFill>
          <a:ln w="25400" algn="ctr">
            <a:noFill/>
            <a:miter lim="800000"/>
            <a:headEnd/>
            <a:tailEnd/>
          </a:ln>
        </p:spPr>
        <p:txBody>
          <a:bodyPr lIns="89979" tIns="71983" rIns="89979" bIns="71983" rtlCol="0" anchor="ctr"/>
          <a:lstStyle/>
          <a:p>
            <a:pPr algn="ctr" defTabSz="914217" fontAlgn="base">
              <a:spcBef>
                <a:spcPct val="50000"/>
              </a:spcBef>
              <a:spcAft>
                <a:spcPct val="0"/>
              </a:spcAft>
              <a:buClr>
                <a:srgbClr val="F0AB00"/>
              </a:buClr>
              <a:buSzPct val="80000"/>
              <a:defRPr/>
            </a:pPr>
            <a:endParaRPr lang="en-US" sz="1800" kern="0" dirty="0">
              <a:solidFill>
                <a:srgbClr val="000000"/>
              </a:solidFill>
              <a:ea typeface="Arial Unicode MS" pitchFamily="34" charset="-128"/>
              <a:cs typeface="Arial Unicode MS" pitchFamily="34" charset="-128"/>
            </a:endParaRPr>
          </a:p>
        </p:txBody>
      </p:sp>
      <p:sp>
        <p:nvSpPr>
          <p:cNvPr id="34" name="Rectangle 33">
            <a:extLst>
              <a:ext uri="{FF2B5EF4-FFF2-40B4-BE49-F238E27FC236}">
                <a16:creationId xmlns:a16="http://schemas.microsoft.com/office/drawing/2014/main" id="{C51212A2-4DB6-8242-86DB-C4E910861490}"/>
              </a:ext>
            </a:extLst>
          </p:cNvPr>
          <p:cNvSpPr/>
          <p:nvPr/>
        </p:nvSpPr>
        <p:spPr bwMode="gray">
          <a:xfrm>
            <a:off x="508869" y="1481780"/>
            <a:ext cx="5371707" cy="2272139"/>
          </a:xfrm>
          <a:prstGeom prst="rect">
            <a:avLst/>
          </a:prstGeom>
          <a:solidFill>
            <a:schemeClr val="bg1">
              <a:lumMod val="95000"/>
            </a:schemeClr>
          </a:solidFill>
          <a:ln w="25400" algn="ctr">
            <a:noFill/>
            <a:miter lim="800000"/>
            <a:headEnd/>
            <a:tailEnd/>
          </a:ln>
        </p:spPr>
        <p:txBody>
          <a:bodyPr lIns="89979" tIns="71983" rIns="89979" bIns="71983" rtlCol="0" anchor="ctr"/>
          <a:lstStyle/>
          <a:p>
            <a:pPr algn="ctr" defTabSz="914217" fontAlgn="base">
              <a:spcBef>
                <a:spcPct val="50000"/>
              </a:spcBef>
              <a:spcAft>
                <a:spcPct val="0"/>
              </a:spcAft>
              <a:buClr>
                <a:srgbClr val="F0AB00"/>
              </a:buClr>
              <a:buSzPct val="80000"/>
              <a:defRPr/>
            </a:pPr>
            <a:endParaRPr lang="en-US" sz="1800" kern="0" dirty="0">
              <a:solidFill>
                <a:srgbClr val="000000"/>
              </a:solidFill>
              <a:ea typeface="Arial Unicode MS" pitchFamily="34" charset="-128"/>
              <a:cs typeface="Arial Unicode MS" pitchFamily="34" charset="-128"/>
            </a:endParaRPr>
          </a:p>
        </p:txBody>
      </p:sp>
      <p:cxnSp>
        <p:nvCxnSpPr>
          <p:cNvPr id="120" name="Elbow Connector 119"/>
          <p:cNvCxnSpPr>
            <a:cxnSpLocks/>
          </p:cNvCxnSpPr>
          <p:nvPr/>
        </p:nvCxnSpPr>
        <p:spPr>
          <a:xfrm rot="16200000" flipV="1">
            <a:off x="6921012" y="4420116"/>
            <a:ext cx="256059" cy="170283"/>
          </a:xfrm>
          <a:prstGeom prst="bentConnector3">
            <a:avLst>
              <a:gd name="adj1" fmla="val 4228"/>
            </a:avLst>
          </a:prstGeom>
          <a:ln w="22225" cap="rnd">
            <a:solidFill>
              <a:schemeClr val="tx1"/>
            </a:solidFill>
            <a:prstDash val="sysDot"/>
            <a:headEnd type="oval"/>
          </a:ln>
        </p:spPr>
        <p:style>
          <a:lnRef idx="1">
            <a:schemeClr val="accent1"/>
          </a:lnRef>
          <a:fillRef idx="0">
            <a:schemeClr val="accent1"/>
          </a:fillRef>
          <a:effectRef idx="0">
            <a:schemeClr val="accent1"/>
          </a:effectRef>
          <a:fontRef idx="minor">
            <a:schemeClr val="tx1"/>
          </a:fontRef>
        </p:style>
      </p:cxnSp>
      <p:cxnSp>
        <p:nvCxnSpPr>
          <p:cNvPr id="121" name="Elbow Connector 120"/>
          <p:cNvCxnSpPr>
            <a:cxnSpLocks/>
          </p:cNvCxnSpPr>
          <p:nvPr/>
        </p:nvCxnSpPr>
        <p:spPr>
          <a:xfrm rot="16200000" flipV="1">
            <a:off x="6621452" y="4546084"/>
            <a:ext cx="760758" cy="264706"/>
          </a:xfrm>
          <a:prstGeom prst="bentConnector3">
            <a:avLst>
              <a:gd name="adj1" fmla="val 700"/>
            </a:avLst>
          </a:prstGeom>
          <a:ln w="22225" cap="rnd">
            <a:solidFill>
              <a:schemeClr val="tx1"/>
            </a:solidFill>
            <a:prstDash val="sysDot"/>
            <a:headEnd type="oval"/>
          </a:ln>
        </p:spPr>
        <p:style>
          <a:lnRef idx="1">
            <a:schemeClr val="accent1"/>
          </a:lnRef>
          <a:fillRef idx="0">
            <a:schemeClr val="accent1"/>
          </a:fillRef>
          <a:effectRef idx="0">
            <a:schemeClr val="accent1"/>
          </a:effectRef>
          <a:fontRef idx="minor">
            <a:schemeClr val="tx1"/>
          </a:fontRef>
        </p:style>
      </p:cxnSp>
      <p:cxnSp>
        <p:nvCxnSpPr>
          <p:cNvPr id="122" name="Elbow Connector 121"/>
          <p:cNvCxnSpPr>
            <a:cxnSpLocks/>
          </p:cNvCxnSpPr>
          <p:nvPr/>
        </p:nvCxnSpPr>
        <p:spPr>
          <a:xfrm rot="16200000" flipV="1">
            <a:off x="6170407" y="4720521"/>
            <a:ext cx="1586988" cy="340568"/>
          </a:xfrm>
          <a:prstGeom prst="bentConnector3">
            <a:avLst>
              <a:gd name="adj1" fmla="val -220"/>
            </a:avLst>
          </a:prstGeom>
          <a:ln w="22225" cap="rnd">
            <a:solidFill>
              <a:schemeClr val="tx1"/>
            </a:solidFill>
            <a:prstDash val="sysDot"/>
            <a:headEnd type="oval"/>
          </a:ln>
        </p:spPr>
        <p:style>
          <a:lnRef idx="1">
            <a:schemeClr val="accent1"/>
          </a:lnRef>
          <a:fillRef idx="0">
            <a:schemeClr val="accent1"/>
          </a:fillRef>
          <a:effectRef idx="0">
            <a:schemeClr val="accent1"/>
          </a:effectRef>
          <a:fontRef idx="minor">
            <a:schemeClr val="tx1"/>
          </a:fontRef>
        </p:style>
      </p:cxnSp>
      <p:cxnSp>
        <p:nvCxnSpPr>
          <p:cNvPr id="69" name="Elbow Connector 68"/>
          <p:cNvCxnSpPr>
            <a:cxnSpLocks/>
          </p:cNvCxnSpPr>
          <p:nvPr/>
        </p:nvCxnSpPr>
        <p:spPr>
          <a:xfrm rot="10800000">
            <a:off x="684213" y="4387576"/>
            <a:ext cx="170282" cy="256059"/>
          </a:xfrm>
          <a:prstGeom prst="bentConnector2">
            <a:avLst/>
          </a:prstGeom>
          <a:ln w="22225" cap="rnd">
            <a:solidFill>
              <a:schemeClr val="tx1"/>
            </a:solidFill>
            <a:prstDash val="sysDot"/>
            <a:headEnd type="oval"/>
          </a:ln>
        </p:spPr>
        <p:style>
          <a:lnRef idx="1">
            <a:schemeClr val="accent1"/>
          </a:lnRef>
          <a:fillRef idx="0">
            <a:schemeClr val="accent1"/>
          </a:fillRef>
          <a:effectRef idx="0">
            <a:schemeClr val="accent1"/>
          </a:effectRef>
          <a:fontRef idx="minor">
            <a:schemeClr val="tx1"/>
          </a:fontRef>
        </p:style>
      </p:cxnSp>
      <p:cxnSp>
        <p:nvCxnSpPr>
          <p:cNvPr id="70" name="Elbow Connector 69"/>
          <p:cNvCxnSpPr>
            <a:cxnSpLocks/>
          </p:cNvCxnSpPr>
          <p:nvPr/>
        </p:nvCxnSpPr>
        <p:spPr>
          <a:xfrm rot="16200000" flipV="1">
            <a:off x="315334" y="4582862"/>
            <a:ext cx="804992" cy="256078"/>
          </a:xfrm>
          <a:prstGeom prst="bentConnector3">
            <a:avLst>
              <a:gd name="adj1" fmla="val 181"/>
            </a:avLst>
          </a:prstGeom>
          <a:ln w="22225" cap="rnd">
            <a:solidFill>
              <a:schemeClr val="tx1"/>
            </a:solidFill>
            <a:prstDash val="sysDot"/>
            <a:headEnd type="oval"/>
          </a:ln>
        </p:spPr>
        <p:style>
          <a:lnRef idx="1">
            <a:schemeClr val="accent1"/>
          </a:lnRef>
          <a:fillRef idx="0">
            <a:schemeClr val="accent1"/>
          </a:fillRef>
          <a:effectRef idx="0">
            <a:schemeClr val="accent1"/>
          </a:effectRef>
          <a:fontRef idx="minor">
            <a:schemeClr val="tx1"/>
          </a:fontRef>
        </p:style>
      </p:cxnSp>
      <p:cxnSp>
        <p:nvCxnSpPr>
          <p:cNvPr id="71" name="Elbow Connector 70"/>
          <p:cNvCxnSpPr>
            <a:cxnSpLocks/>
          </p:cNvCxnSpPr>
          <p:nvPr/>
        </p:nvCxnSpPr>
        <p:spPr>
          <a:xfrm rot="16200000" flipV="1">
            <a:off x="-63907" y="4685487"/>
            <a:ext cx="1496231" cy="340573"/>
          </a:xfrm>
          <a:prstGeom prst="bentConnector3">
            <a:avLst>
              <a:gd name="adj1" fmla="val -148"/>
            </a:avLst>
          </a:prstGeom>
          <a:ln w="22225" cap="rnd">
            <a:solidFill>
              <a:schemeClr val="tx1"/>
            </a:solidFill>
            <a:prstDash val="sysDot"/>
            <a:headEnd type="oval"/>
          </a:ln>
        </p:spPr>
        <p:style>
          <a:lnRef idx="1">
            <a:schemeClr val="accent1"/>
          </a:lnRef>
          <a:fillRef idx="0">
            <a:schemeClr val="accent1"/>
          </a:fillRef>
          <a:effectRef idx="0">
            <a:schemeClr val="accent1"/>
          </a:effectRef>
          <a:fontRef idx="minor">
            <a:schemeClr val="tx1"/>
          </a:fontRef>
        </p:style>
      </p:cxnSp>
      <p:cxnSp>
        <p:nvCxnSpPr>
          <p:cNvPr id="90" name="Elbow Connector 89"/>
          <p:cNvCxnSpPr>
            <a:cxnSpLocks/>
          </p:cNvCxnSpPr>
          <p:nvPr/>
        </p:nvCxnSpPr>
        <p:spPr>
          <a:xfrm rot="16200000" flipV="1">
            <a:off x="6776567" y="1785212"/>
            <a:ext cx="448839" cy="254807"/>
          </a:xfrm>
          <a:prstGeom prst="bentConnector3">
            <a:avLst>
              <a:gd name="adj1" fmla="val -503"/>
            </a:avLst>
          </a:prstGeom>
          <a:ln w="22225" cap="rnd">
            <a:solidFill>
              <a:schemeClr val="tx1"/>
            </a:solidFill>
            <a:prstDash val="sysDot"/>
            <a:headEnd type="oval"/>
          </a:ln>
        </p:spPr>
        <p:style>
          <a:lnRef idx="1">
            <a:schemeClr val="accent1"/>
          </a:lnRef>
          <a:fillRef idx="0">
            <a:schemeClr val="accent1"/>
          </a:fillRef>
          <a:effectRef idx="0">
            <a:schemeClr val="accent1"/>
          </a:effectRef>
          <a:fontRef idx="minor">
            <a:schemeClr val="tx1"/>
          </a:fontRef>
        </p:style>
      </p:cxnSp>
      <p:cxnSp>
        <p:nvCxnSpPr>
          <p:cNvPr id="93" name="Elbow Connector 92"/>
          <p:cNvCxnSpPr>
            <a:cxnSpLocks/>
          </p:cNvCxnSpPr>
          <p:nvPr/>
        </p:nvCxnSpPr>
        <p:spPr>
          <a:xfrm rot="16200000" flipV="1">
            <a:off x="6365476" y="2047434"/>
            <a:ext cx="1207426" cy="339290"/>
          </a:xfrm>
          <a:prstGeom prst="bentConnector3">
            <a:avLst>
              <a:gd name="adj1" fmla="val -262"/>
            </a:avLst>
          </a:prstGeom>
          <a:ln w="22225" cap="rnd">
            <a:solidFill>
              <a:schemeClr val="tx1"/>
            </a:solidFill>
            <a:prstDash val="sysDot"/>
            <a:headEnd type="oval"/>
          </a:ln>
        </p:spPr>
        <p:style>
          <a:lnRef idx="1">
            <a:schemeClr val="accent1"/>
          </a:lnRef>
          <a:fillRef idx="0">
            <a:schemeClr val="accent1"/>
          </a:fillRef>
          <a:effectRef idx="0">
            <a:schemeClr val="accent1"/>
          </a:effectRef>
          <a:fontRef idx="minor">
            <a:schemeClr val="tx1"/>
          </a:fontRef>
        </p:style>
      </p:cxnSp>
      <p:cxnSp>
        <p:nvCxnSpPr>
          <p:cNvPr id="59" name="Elbow Connector 58"/>
          <p:cNvCxnSpPr>
            <a:cxnSpLocks/>
          </p:cNvCxnSpPr>
          <p:nvPr/>
        </p:nvCxnSpPr>
        <p:spPr>
          <a:xfrm rot="16200000" flipV="1">
            <a:off x="-24858" y="2157536"/>
            <a:ext cx="1419947" cy="331606"/>
          </a:xfrm>
          <a:prstGeom prst="bentConnector3">
            <a:avLst>
              <a:gd name="adj1" fmla="val -154"/>
            </a:avLst>
          </a:prstGeom>
          <a:ln w="22225" cap="rnd">
            <a:solidFill>
              <a:schemeClr val="tx1"/>
            </a:solidFill>
            <a:prstDash val="sysDot"/>
            <a:headEnd type="oval"/>
          </a:ln>
        </p:spPr>
        <p:style>
          <a:lnRef idx="1">
            <a:schemeClr val="accent1"/>
          </a:lnRef>
          <a:fillRef idx="0">
            <a:schemeClr val="accent1"/>
          </a:fillRef>
          <a:effectRef idx="0">
            <a:schemeClr val="accent1"/>
          </a:effectRef>
          <a:fontRef idx="minor">
            <a:schemeClr val="tx1"/>
          </a:fontRef>
        </p:style>
      </p:cxnSp>
      <p:cxnSp>
        <p:nvCxnSpPr>
          <p:cNvPr id="57" name="Elbow Connector 56"/>
          <p:cNvCxnSpPr>
            <a:cxnSpLocks/>
          </p:cNvCxnSpPr>
          <p:nvPr/>
        </p:nvCxnSpPr>
        <p:spPr>
          <a:xfrm rot="16200000" flipV="1">
            <a:off x="629138" y="1939735"/>
            <a:ext cx="263181" cy="170279"/>
          </a:xfrm>
          <a:prstGeom prst="bentConnector3">
            <a:avLst>
              <a:gd name="adj1" fmla="val -1817"/>
            </a:avLst>
          </a:prstGeom>
          <a:ln w="22225" cap="rnd">
            <a:solidFill>
              <a:schemeClr val="tx1"/>
            </a:solidFill>
            <a:prstDash val="sysDot"/>
            <a:headEnd type="oval"/>
          </a:ln>
        </p:spPr>
        <p:style>
          <a:lnRef idx="1">
            <a:schemeClr val="accent1"/>
          </a:lnRef>
          <a:fillRef idx="0">
            <a:schemeClr val="accent1"/>
          </a:fillRef>
          <a:effectRef idx="0">
            <a:schemeClr val="accent1"/>
          </a:effectRef>
          <a:fontRef idx="minor">
            <a:schemeClr val="tx1"/>
          </a:fontRef>
        </p:style>
      </p:cxnSp>
      <p:cxnSp>
        <p:nvCxnSpPr>
          <p:cNvPr id="58" name="Elbow Connector 57"/>
          <p:cNvCxnSpPr>
            <a:cxnSpLocks/>
          </p:cNvCxnSpPr>
          <p:nvPr/>
        </p:nvCxnSpPr>
        <p:spPr>
          <a:xfrm rot="16200000" flipV="1">
            <a:off x="386513" y="2057675"/>
            <a:ext cx="678362" cy="240359"/>
          </a:xfrm>
          <a:prstGeom prst="bentConnector3">
            <a:avLst>
              <a:gd name="adj1" fmla="val 115"/>
            </a:avLst>
          </a:prstGeom>
          <a:ln w="22225" cap="rnd">
            <a:solidFill>
              <a:schemeClr val="tx1"/>
            </a:solidFill>
            <a:prstDash val="sysDot"/>
            <a:headEnd type="oval"/>
          </a:ln>
        </p:spPr>
        <p:style>
          <a:lnRef idx="1">
            <a:schemeClr val="accent1"/>
          </a:lnRef>
          <a:fillRef idx="0">
            <a:schemeClr val="accent1"/>
          </a:fillRef>
          <a:effectRef idx="0">
            <a:schemeClr val="accent1"/>
          </a:effectRef>
          <a:fontRef idx="minor">
            <a:schemeClr val="tx1"/>
          </a:fontRef>
        </p:style>
      </p:cxnSp>
      <p:sp>
        <p:nvSpPr>
          <p:cNvPr id="48" name="Title 1"/>
          <p:cNvSpPr>
            <a:spLocks noGrp="1"/>
          </p:cNvSpPr>
          <p:nvPr>
            <p:ph type="title"/>
          </p:nvPr>
        </p:nvSpPr>
        <p:spPr>
          <a:xfrm>
            <a:off x="505296" y="504677"/>
            <a:ext cx="11183887" cy="738493"/>
          </a:xfrm>
        </p:spPr>
        <p:txBody>
          <a:bodyPr/>
          <a:lstStyle/>
          <a:p>
            <a:r>
              <a:rPr lang="en-US" dirty="0"/>
              <a:t>Typical Business Outcomes for the Spend Management Suite</a:t>
            </a:r>
            <a:br>
              <a:rPr lang="en-US" dirty="0"/>
            </a:br>
            <a:r>
              <a:rPr lang="en-US" dirty="0">
                <a:solidFill>
                  <a:schemeClr val="accent1"/>
                </a:solidFill>
              </a:rPr>
              <a:t>SAP Ariba Value Levers </a:t>
            </a:r>
            <a:endParaRPr lang="en-US" dirty="0">
              <a:solidFill>
                <a:schemeClr val="accent1"/>
              </a:solidFill>
              <a:cs typeface="Arial"/>
            </a:endParaRPr>
          </a:p>
        </p:txBody>
      </p:sp>
      <p:sp>
        <p:nvSpPr>
          <p:cNvPr id="49" name="Rectangle 48"/>
          <p:cNvSpPr/>
          <p:nvPr/>
        </p:nvSpPr>
        <p:spPr bwMode="gray">
          <a:xfrm>
            <a:off x="505296" y="1613367"/>
            <a:ext cx="5687488" cy="317792"/>
          </a:xfrm>
          <a:prstGeom prst="rect">
            <a:avLst/>
          </a:prstGeom>
          <a:solidFill>
            <a:schemeClr val="accent3">
              <a:lumMod val="40000"/>
              <a:lumOff val="60000"/>
            </a:schemeClr>
          </a:solidFill>
          <a:ln w="6350" algn="ctr">
            <a:noFill/>
            <a:miter lim="800000"/>
            <a:headEnd/>
            <a:tailEnd/>
          </a:ln>
        </p:spPr>
        <p:txBody>
          <a:bodyPr lIns="67466" tIns="53974" rIns="67466" bIns="53974" rtlCol="0" anchor="ctr"/>
          <a:lstStyle/>
          <a:p>
            <a:pPr algn="ctr">
              <a:lnSpc>
                <a:spcPct val="95000"/>
              </a:lnSpc>
              <a:spcAft>
                <a:spcPts val="450"/>
              </a:spcAft>
              <a:defRPr/>
            </a:pPr>
            <a:r>
              <a:rPr lang="en-US" sz="1500" b="1" dirty="0">
                <a:solidFill>
                  <a:srgbClr val="FFFFFF"/>
                </a:solidFill>
              </a:rPr>
              <a:t>Cost Reduction</a:t>
            </a:r>
          </a:p>
        </p:txBody>
      </p:sp>
      <p:sp>
        <p:nvSpPr>
          <p:cNvPr id="50" name="Rectangle 49"/>
          <p:cNvSpPr/>
          <p:nvPr/>
        </p:nvSpPr>
        <p:spPr bwMode="gray">
          <a:xfrm>
            <a:off x="637234" y="2015107"/>
            <a:ext cx="5375280" cy="1527570"/>
          </a:xfrm>
          <a:prstGeom prst="rect">
            <a:avLst/>
          </a:prstGeom>
          <a:noFill/>
          <a:ln w="6350" algn="ctr">
            <a:noFill/>
            <a:miter lim="800000"/>
            <a:headEnd/>
            <a:tailEnd/>
          </a:ln>
        </p:spPr>
        <p:txBody>
          <a:bodyPr lIns="67466" tIns="53974" rIns="67466" bIns="53974" rtlCol="0" anchor="t"/>
          <a:lstStyle/>
          <a:p>
            <a:pPr marL="514156" indent="-171416">
              <a:lnSpc>
                <a:spcPct val="95000"/>
              </a:lnSpc>
              <a:spcBef>
                <a:spcPts val="1600"/>
              </a:spcBef>
              <a:spcAft>
                <a:spcPts val="450"/>
              </a:spcAft>
              <a:buClr>
                <a:srgbClr val="F0AB00"/>
              </a:buClr>
              <a:buFont typeface="Wingdings" pitchFamily="2" charset="2"/>
              <a:buChar char="§"/>
              <a:defRPr/>
            </a:pPr>
            <a:r>
              <a:rPr lang="en-US" sz="1000" dirty="0">
                <a:solidFill>
                  <a:srgbClr val="000000"/>
                </a:solidFill>
              </a:rPr>
              <a:t>Rationalize supply base through spend visibility and centralized sourcing</a:t>
            </a:r>
          </a:p>
          <a:p>
            <a:pPr marL="514156" indent="-171416">
              <a:lnSpc>
                <a:spcPct val="95000"/>
              </a:lnSpc>
              <a:spcBef>
                <a:spcPts val="1600"/>
              </a:spcBef>
              <a:spcAft>
                <a:spcPts val="450"/>
              </a:spcAft>
              <a:buClr>
                <a:srgbClr val="F0AB00"/>
              </a:buClr>
              <a:buFont typeface="Wingdings" pitchFamily="2" charset="2"/>
              <a:buChar char="§"/>
              <a:defRPr/>
            </a:pPr>
            <a:r>
              <a:rPr lang="en-US" sz="1000" dirty="0">
                <a:solidFill>
                  <a:srgbClr val="000000"/>
                </a:solidFill>
              </a:rPr>
              <a:t>Negotiate better pricing based on advanced negotiation tools and insights into consumption history</a:t>
            </a:r>
          </a:p>
          <a:p>
            <a:pPr marL="514156" indent="-171416">
              <a:lnSpc>
                <a:spcPct val="95000"/>
              </a:lnSpc>
              <a:spcBef>
                <a:spcPts val="1600"/>
              </a:spcBef>
              <a:spcAft>
                <a:spcPts val="450"/>
              </a:spcAft>
              <a:buClr>
                <a:srgbClr val="F0AB00"/>
              </a:buClr>
              <a:buFont typeface="Wingdings" pitchFamily="2" charset="2"/>
              <a:buChar char="§"/>
              <a:defRPr/>
            </a:pPr>
            <a:r>
              <a:rPr lang="en-US" sz="1000" dirty="0">
                <a:solidFill>
                  <a:srgbClr val="000000"/>
                </a:solidFill>
              </a:rPr>
              <a:t>Savings on ad hoc purchases through demand management and spot quoting</a:t>
            </a:r>
          </a:p>
        </p:txBody>
      </p:sp>
      <p:sp>
        <p:nvSpPr>
          <p:cNvPr id="60" name="Rectangle 59"/>
          <p:cNvSpPr/>
          <p:nvPr/>
        </p:nvSpPr>
        <p:spPr bwMode="gray">
          <a:xfrm>
            <a:off x="505295" y="3355702"/>
            <a:ext cx="5375280" cy="384526"/>
          </a:xfrm>
          <a:prstGeom prst="rect">
            <a:avLst/>
          </a:prstGeom>
          <a:solidFill>
            <a:schemeClr val="tx1"/>
          </a:solidFill>
          <a:ln w="6350" algn="ctr">
            <a:noFill/>
            <a:prstDash val="sysDot"/>
            <a:miter lim="800000"/>
            <a:headEnd/>
            <a:tailEnd/>
          </a:ln>
        </p:spPr>
        <p:txBody>
          <a:bodyPr lIns="67466" tIns="53974" rIns="67466" bIns="53974" rtlCol="0" anchor="ctr"/>
          <a:lstStyle/>
          <a:p>
            <a:pPr algn="ctr">
              <a:lnSpc>
                <a:spcPct val="95000"/>
              </a:lnSpc>
              <a:defRPr/>
            </a:pPr>
            <a:endParaRPr lang="en-US" sz="900" dirty="0">
              <a:solidFill>
                <a:srgbClr val="FFFFFF"/>
              </a:solidFill>
            </a:endParaRPr>
          </a:p>
        </p:txBody>
      </p:sp>
      <p:sp>
        <p:nvSpPr>
          <p:cNvPr id="61" name="Rectangle 60"/>
          <p:cNvSpPr/>
          <p:nvPr/>
        </p:nvSpPr>
        <p:spPr bwMode="gray">
          <a:xfrm>
            <a:off x="505296" y="4107659"/>
            <a:ext cx="5687488" cy="317792"/>
          </a:xfrm>
          <a:prstGeom prst="rect">
            <a:avLst/>
          </a:prstGeom>
          <a:solidFill>
            <a:schemeClr val="accent3"/>
          </a:solidFill>
          <a:ln w="6350" algn="ctr">
            <a:noFill/>
            <a:miter lim="800000"/>
            <a:headEnd/>
            <a:tailEnd/>
          </a:ln>
        </p:spPr>
        <p:txBody>
          <a:bodyPr lIns="67466" tIns="53974" rIns="67466" bIns="53974" rtlCol="0" anchor="ctr"/>
          <a:lstStyle/>
          <a:p>
            <a:pPr algn="ctr">
              <a:lnSpc>
                <a:spcPct val="95000"/>
              </a:lnSpc>
              <a:spcAft>
                <a:spcPts val="450"/>
              </a:spcAft>
              <a:defRPr/>
            </a:pPr>
            <a:r>
              <a:rPr lang="en-US" sz="1500" b="1" dirty="0">
                <a:solidFill>
                  <a:srgbClr val="FFFFFF"/>
                </a:solidFill>
              </a:rPr>
              <a:t>Process Efficiency</a:t>
            </a:r>
          </a:p>
        </p:txBody>
      </p:sp>
      <p:sp>
        <p:nvSpPr>
          <p:cNvPr id="62" name="Rectangle 61"/>
          <p:cNvSpPr/>
          <p:nvPr/>
        </p:nvSpPr>
        <p:spPr bwMode="gray">
          <a:xfrm>
            <a:off x="601768" y="4515606"/>
            <a:ext cx="5375280" cy="1527570"/>
          </a:xfrm>
          <a:prstGeom prst="rect">
            <a:avLst/>
          </a:prstGeom>
          <a:noFill/>
          <a:ln w="6350" algn="ctr">
            <a:noFill/>
            <a:miter lim="800000"/>
            <a:headEnd/>
            <a:tailEnd/>
          </a:ln>
        </p:spPr>
        <p:txBody>
          <a:bodyPr lIns="67466" tIns="53974" rIns="67466" bIns="53974" rtlCol="0" anchor="t"/>
          <a:lstStyle/>
          <a:p>
            <a:pPr marL="514156" indent="-171416">
              <a:lnSpc>
                <a:spcPct val="95000"/>
              </a:lnSpc>
              <a:spcBef>
                <a:spcPts val="1000"/>
              </a:spcBef>
              <a:spcAft>
                <a:spcPts val="450"/>
              </a:spcAft>
              <a:buClr>
                <a:srgbClr val="F0AB00"/>
              </a:buClr>
              <a:buFont typeface="Wingdings" pitchFamily="2" charset="2"/>
              <a:buChar char="§"/>
              <a:defRPr/>
            </a:pPr>
            <a:r>
              <a:rPr lang="en-US" sz="1000" dirty="0">
                <a:solidFill>
                  <a:srgbClr val="000000"/>
                </a:solidFill>
              </a:rPr>
              <a:t>Drive sourcing productivity through deep spend analytics and immediate supplier discovery</a:t>
            </a:r>
          </a:p>
          <a:p>
            <a:pPr marL="514156" indent="-171416">
              <a:lnSpc>
                <a:spcPct val="95000"/>
              </a:lnSpc>
              <a:spcBef>
                <a:spcPts val="1000"/>
              </a:spcBef>
              <a:spcAft>
                <a:spcPts val="450"/>
              </a:spcAft>
              <a:buClr>
                <a:srgbClr val="F0AB00"/>
              </a:buClr>
              <a:buFont typeface="Wingdings" pitchFamily="2" charset="2"/>
              <a:buChar char="§"/>
              <a:defRPr/>
            </a:pPr>
            <a:r>
              <a:rPr lang="en-US" sz="1000" dirty="0">
                <a:solidFill>
                  <a:srgbClr val="000000"/>
                </a:solidFill>
              </a:rPr>
              <a:t>Reduce supply chain operation costs (e.g. content management, supply chain planning/execution and order processing)</a:t>
            </a:r>
          </a:p>
          <a:p>
            <a:pPr marL="514156" indent="-171416">
              <a:lnSpc>
                <a:spcPct val="95000"/>
              </a:lnSpc>
              <a:spcBef>
                <a:spcPts val="1000"/>
              </a:spcBef>
              <a:spcAft>
                <a:spcPts val="450"/>
              </a:spcAft>
              <a:buClr>
                <a:srgbClr val="F0AB00"/>
              </a:buClr>
              <a:buFont typeface="Wingdings" pitchFamily="2" charset="2"/>
              <a:buChar char="§"/>
              <a:defRPr/>
            </a:pPr>
            <a:r>
              <a:rPr lang="en-US" sz="1000" dirty="0">
                <a:solidFill>
                  <a:srgbClr val="000000"/>
                </a:solidFill>
              </a:rPr>
              <a:t>Reduce cycle times and increase AP productivity through invoice process automation </a:t>
            </a:r>
          </a:p>
        </p:txBody>
      </p:sp>
      <p:sp>
        <p:nvSpPr>
          <p:cNvPr id="73" name="Rectangle 72"/>
          <p:cNvSpPr/>
          <p:nvPr/>
        </p:nvSpPr>
        <p:spPr bwMode="gray">
          <a:xfrm>
            <a:off x="6780671" y="1613367"/>
            <a:ext cx="5167598" cy="317792"/>
          </a:xfrm>
          <a:prstGeom prst="rect">
            <a:avLst/>
          </a:prstGeom>
          <a:solidFill>
            <a:schemeClr val="accent3">
              <a:lumMod val="60000"/>
              <a:lumOff val="40000"/>
            </a:schemeClr>
          </a:solidFill>
          <a:ln w="6350" algn="ctr">
            <a:noFill/>
            <a:miter lim="800000"/>
            <a:headEnd/>
            <a:tailEnd/>
          </a:ln>
        </p:spPr>
        <p:txBody>
          <a:bodyPr lIns="67466" tIns="53974" rIns="67466" bIns="53974" rtlCol="0" anchor="ctr"/>
          <a:lstStyle/>
          <a:p>
            <a:pPr algn="ctr">
              <a:lnSpc>
                <a:spcPct val="95000"/>
              </a:lnSpc>
              <a:spcAft>
                <a:spcPts val="450"/>
              </a:spcAft>
              <a:defRPr/>
            </a:pPr>
            <a:r>
              <a:rPr lang="en-US" sz="1500" b="1" dirty="0">
                <a:solidFill>
                  <a:srgbClr val="FFFFFF"/>
                </a:solidFill>
              </a:rPr>
              <a:t>Fiscal Control &amp; Compliance</a:t>
            </a:r>
          </a:p>
        </p:txBody>
      </p:sp>
      <p:sp>
        <p:nvSpPr>
          <p:cNvPr id="99" name="Rectangle 98"/>
          <p:cNvSpPr/>
          <p:nvPr/>
        </p:nvSpPr>
        <p:spPr bwMode="gray">
          <a:xfrm>
            <a:off x="6780671" y="4097312"/>
            <a:ext cx="5160041" cy="317792"/>
          </a:xfrm>
          <a:prstGeom prst="rect">
            <a:avLst/>
          </a:prstGeom>
          <a:solidFill>
            <a:schemeClr val="accent3">
              <a:lumMod val="75000"/>
            </a:schemeClr>
          </a:solidFill>
          <a:ln w="6350" algn="ctr">
            <a:noFill/>
            <a:miter lim="800000"/>
            <a:headEnd/>
            <a:tailEnd/>
          </a:ln>
        </p:spPr>
        <p:txBody>
          <a:bodyPr lIns="67466" tIns="53974" rIns="67466" bIns="53974" rtlCol="0" anchor="ctr"/>
          <a:lstStyle/>
          <a:p>
            <a:pPr algn="ctr">
              <a:lnSpc>
                <a:spcPct val="95000"/>
              </a:lnSpc>
              <a:spcAft>
                <a:spcPts val="450"/>
              </a:spcAft>
              <a:defRPr/>
            </a:pPr>
            <a:r>
              <a:rPr lang="en-US" sz="1500" b="1" dirty="0">
                <a:solidFill>
                  <a:srgbClr val="FFFFFF"/>
                </a:solidFill>
              </a:rPr>
              <a:t>Cash Management</a:t>
            </a:r>
          </a:p>
        </p:txBody>
      </p:sp>
      <p:sp>
        <p:nvSpPr>
          <p:cNvPr id="102" name="Rectangle 101"/>
          <p:cNvSpPr/>
          <p:nvPr/>
        </p:nvSpPr>
        <p:spPr bwMode="gray">
          <a:xfrm>
            <a:off x="6890088" y="4512208"/>
            <a:ext cx="4876785" cy="1527570"/>
          </a:xfrm>
          <a:prstGeom prst="rect">
            <a:avLst/>
          </a:prstGeom>
          <a:noFill/>
          <a:ln w="6350" algn="ctr">
            <a:noFill/>
            <a:miter lim="800000"/>
            <a:headEnd/>
            <a:tailEnd/>
          </a:ln>
        </p:spPr>
        <p:txBody>
          <a:bodyPr lIns="67466" tIns="53974" rIns="67466" bIns="53974" rtlCol="0" anchor="t"/>
          <a:lstStyle/>
          <a:p>
            <a:pPr marL="514156" indent="-171416">
              <a:lnSpc>
                <a:spcPct val="95000"/>
              </a:lnSpc>
              <a:spcBef>
                <a:spcPts val="800"/>
              </a:spcBef>
              <a:spcAft>
                <a:spcPts val="450"/>
              </a:spcAft>
              <a:buClr>
                <a:srgbClr val="F0AB00"/>
              </a:buClr>
              <a:buFont typeface="Wingdings" pitchFamily="2" charset="2"/>
              <a:buChar char="§"/>
              <a:defRPr/>
            </a:pPr>
            <a:r>
              <a:rPr lang="en-US" sz="1000" dirty="0">
                <a:solidFill>
                  <a:srgbClr val="000000"/>
                </a:solidFill>
              </a:rPr>
              <a:t>Avoid unintended cash flow drainage with a formalized payment terms strategy</a:t>
            </a:r>
          </a:p>
          <a:p>
            <a:pPr marL="514156" indent="-171416">
              <a:lnSpc>
                <a:spcPct val="95000"/>
              </a:lnSpc>
              <a:spcBef>
                <a:spcPts val="800"/>
              </a:spcBef>
              <a:spcAft>
                <a:spcPts val="450"/>
              </a:spcAft>
              <a:buClr>
                <a:srgbClr val="F0AB00"/>
              </a:buClr>
              <a:buFont typeface="Wingdings" pitchFamily="2" charset="2"/>
              <a:buChar char="§"/>
              <a:defRPr/>
            </a:pPr>
            <a:r>
              <a:rPr lang="en-US" sz="1000" dirty="0">
                <a:solidFill>
                  <a:srgbClr val="000000"/>
                </a:solidFill>
              </a:rPr>
              <a:t>Realize early payment discounts and/or SCF margin sharing via shorter invoice processing cycle times and greater % of spend on discount or financing</a:t>
            </a:r>
          </a:p>
          <a:p>
            <a:pPr marL="514156" indent="-171416">
              <a:lnSpc>
                <a:spcPct val="95000"/>
              </a:lnSpc>
              <a:spcBef>
                <a:spcPts val="800"/>
              </a:spcBef>
              <a:spcAft>
                <a:spcPts val="450"/>
              </a:spcAft>
              <a:buClr>
                <a:srgbClr val="F0AB00"/>
              </a:buClr>
              <a:buFont typeface="Wingdings" pitchFamily="2" charset="2"/>
              <a:buChar char="§"/>
              <a:defRPr/>
            </a:pPr>
            <a:r>
              <a:rPr lang="en-US" sz="1000" dirty="0">
                <a:solidFill>
                  <a:srgbClr val="000000"/>
                </a:solidFill>
              </a:rPr>
              <a:t>Capture rebates on high volume, low value spend through card programs</a:t>
            </a:r>
          </a:p>
        </p:txBody>
      </p:sp>
      <p:sp>
        <p:nvSpPr>
          <p:cNvPr id="4" name="Rectangle 3">
            <a:extLst>
              <a:ext uri="{FF2B5EF4-FFF2-40B4-BE49-F238E27FC236}">
                <a16:creationId xmlns:a16="http://schemas.microsoft.com/office/drawing/2014/main" id="{D1234C77-62EE-244B-BC40-BA118BC9138C}"/>
              </a:ext>
            </a:extLst>
          </p:cNvPr>
          <p:cNvSpPr/>
          <p:nvPr/>
        </p:nvSpPr>
        <p:spPr>
          <a:xfrm>
            <a:off x="2590156" y="3406953"/>
            <a:ext cx="2237595" cy="276935"/>
          </a:xfrm>
          <a:prstGeom prst="rect">
            <a:avLst/>
          </a:prstGeom>
        </p:spPr>
        <p:txBody>
          <a:bodyPr wrap="none">
            <a:spAutoFit/>
          </a:bodyPr>
          <a:lstStyle/>
          <a:p>
            <a:pPr>
              <a:defRPr/>
            </a:pPr>
            <a:r>
              <a:rPr lang="en-US" sz="1200" dirty="0">
                <a:solidFill>
                  <a:srgbClr val="FFFFFF"/>
                </a:solidFill>
              </a:rPr>
              <a:t>in average unit price reduction</a:t>
            </a:r>
            <a:endParaRPr lang="en-US" sz="1200" dirty="0">
              <a:solidFill>
                <a:srgbClr val="000000"/>
              </a:solidFill>
            </a:endParaRPr>
          </a:p>
        </p:txBody>
      </p:sp>
      <p:sp>
        <p:nvSpPr>
          <p:cNvPr id="5" name="Rectangle 4">
            <a:extLst>
              <a:ext uri="{FF2B5EF4-FFF2-40B4-BE49-F238E27FC236}">
                <a16:creationId xmlns:a16="http://schemas.microsoft.com/office/drawing/2014/main" id="{13165FD8-13B9-FE43-91B3-EDCC0C8432C2}"/>
              </a:ext>
            </a:extLst>
          </p:cNvPr>
          <p:cNvSpPr/>
          <p:nvPr/>
        </p:nvSpPr>
        <p:spPr>
          <a:xfrm>
            <a:off x="1537330" y="3326416"/>
            <a:ext cx="1075687" cy="443095"/>
          </a:xfrm>
          <a:prstGeom prst="rect">
            <a:avLst/>
          </a:prstGeom>
        </p:spPr>
        <p:txBody>
          <a:bodyPr wrap="none">
            <a:spAutoFit/>
          </a:bodyPr>
          <a:lstStyle/>
          <a:p>
            <a:pPr algn="ctr">
              <a:lnSpc>
                <a:spcPct val="95000"/>
              </a:lnSpc>
              <a:defRPr/>
            </a:pPr>
            <a:r>
              <a:rPr lang="en-US" sz="2400" b="1" dirty="0">
                <a:solidFill>
                  <a:srgbClr val="008FD3">
                    <a:lumMod val="20000"/>
                    <a:lumOff val="80000"/>
                  </a:srgbClr>
                </a:solidFill>
              </a:rPr>
              <a:t>4-15%</a:t>
            </a:r>
            <a:endParaRPr lang="en-US" sz="900" dirty="0">
              <a:solidFill>
                <a:srgbClr val="008FD3">
                  <a:lumMod val="20000"/>
                  <a:lumOff val="80000"/>
                </a:srgbClr>
              </a:solidFill>
            </a:endParaRPr>
          </a:p>
        </p:txBody>
      </p:sp>
      <p:sp>
        <p:nvSpPr>
          <p:cNvPr id="78" name="Rectangle 77">
            <a:extLst>
              <a:ext uri="{FF2B5EF4-FFF2-40B4-BE49-F238E27FC236}">
                <a16:creationId xmlns:a16="http://schemas.microsoft.com/office/drawing/2014/main" id="{74063965-080E-8142-9812-0691E4EC4C15}"/>
              </a:ext>
            </a:extLst>
          </p:cNvPr>
          <p:cNvSpPr/>
          <p:nvPr/>
        </p:nvSpPr>
        <p:spPr bwMode="gray">
          <a:xfrm>
            <a:off x="6780671" y="3346654"/>
            <a:ext cx="4883927" cy="384526"/>
          </a:xfrm>
          <a:prstGeom prst="rect">
            <a:avLst/>
          </a:prstGeom>
          <a:solidFill>
            <a:schemeClr val="tx1"/>
          </a:solidFill>
          <a:ln w="6350" algn="ctr">
            <a:noFill/>
            <a:prstDash val="sysDot"/>
            <a:miter lim="800000"/>
            <a:headEnd/>
            <a:tailEnd/>
          </a:ln>
        </p:spPr>
        <p:txBody>
          <a:bodyPr lIns="67466" tIns="53974" rIns="67466" bIns="53974" rtlCol="0" anchor="ctr"/>
          <a:lstStyle/>
          <a:p>
            <a:pPr algn="ctr">
              <a:lnSpc>
                <a:spcPct val="95000"/>
              </a:lnSpc>
              <a:defRPr/>
            </a:pPr>
            <a:endParaRPr lang="en-US" sz="900" dirty="0">
              <a:solidFill>
                <a:srgbClr val="FFFFFF"/>
              </a:solidFill>
            </a:endParaRPr>
          </a:p>
        </p:txBody>
      </p:sp>
      <p:sp>
        <p:nvSpPr>
          <p:cNvPr id="79" name="Rectangle 78">
            <a:extLst>
              <a:ext uri="{FF2B5EF4-FFF2-40B4-BE49-F238E27FC236}">
                <a16:creationId xmlns:a16="http://schemas.microsoft.com/office/drawing/2014/main" id="{D1A424C2-92AF-8149-AC95-BE47010E265D}"/>
              </a:ext>
            </a:extLst>
          </p:cNvPr>
          <p:cNvSpPr/>
          <p:nvPr/>
        </p:nvSpPr>
        <p:spPr>
          <a:xfrm>
            <a:off x="8172794" y="3397904"/>
            <a:ext cx="3185222" cy="276935"/>
          </a:xfrm>
          <a:prstGeom prst="rect">
            <a:avLst/>
          </a:prstGeom>
        </p:spPr>
        <p:txBody>
          <a:bodyPr wrap="square">
            <a:spAutoFit/>
          </a:bodyPr>
          <a:lstStyle/>
          <a:p>
            <a:pPr>
              <a:defRPr/>
            </a:pPr>
            <a:r>
              <a:rPr lang="en-US" sz="1200" dirty="0">
                <a:solidFill>
                  <a:srgbClr val="FFFFFF"/>
                </a:solidFill>
              </a:rPr>
              <a:t>in contract leakage per $1 billion of spend</a:t>
            </a:r>
            <a:endParaRPr lang="en-US" sz="1200" dirty="0">
              <a:solidFill>
                <a:srgbClr val="000000"/>
              </a:solidFill>
            </a:endParaRPr>
          </a:p>
        </p:txBody>
      </p:sp>
      <p:sp>
        <p:nvSpPr>
          <p:cNvPr id="80" name="Rectangle 79">
            <a:extLst>
              <a:ext uri="{FF2B5EF4-FFF2-40B4-BE49-F238E27FC236}">
                <a16:creationId xmlns:a16="http://schemas.microsoft.com/office/drawing/2014/main" id="{51DD79D8-D814-5C41-971A-1901D18516AC}"/>
              </a:ext>
            </a:extLst>
          </p:cNvPr>
          <p:cNvSpPr/>
          <p:nvPr/>
        </p:nvSpPr>
        <p:spPr>
          <a:xfrm>
            <a:off x="7119967" y="3317367"/>
            <a:ext cx="1137071" cy="443095"/>
          </a:xfrm>
          <a:prstGeom prst="rect">
            <a:avLst/>
          </a:prstGeom>
        </p:spPr>
        <p:txBody>
          <a:bodyPr wrap="square">
            <a:spAutoFit/>
          </a:bodyPr>
          <a:lstStyle/>
          <a:p>
            <a:pPr algn="ctr">
              <a:lnSpc>
                <a:spcPct val="95000"/>
              </a:lnSpc>
              <a:defRPr/>
            </a:pPr>
            <a:r>
              <a:rPr lang="en-US" sz="2399" b="1" dirty="0">
                <a:solidFill>
                  <a:srgbClr val="008FD3">
                    <a:lumMod val="40000"/>
                    <a:lumOff val="60000"/>
                  </a:srgbClr>
                </a:solidFill>
              </a:rPr>
              <a:t>$20 M</a:t>
            </a:r>
            <a:endParaRPr lang="en-US" sz="900" dirty="0">
              <a:solidFill>
                <a:srgbClr val="008FD3">
                  <a:lumMod val="40000"/>
                  <a:lumOff val="60000"/>
                </a:srgbClr>
              </a:solidFill>
            </a:endParaRPr>
          </a:p>
        </p:txBody>
      </p:sp>
      <p:sp>
        <p:nvSpPr>
          <p:cNvPr id="84" name="Rectangle 83">
            <a:extLst>
              <a:ext uri="{FF2B5EF4-FFF2-40B4-BE49-F238E27FC236}">
                <a16:creationId xmlns:a16="http://schemas.microsoft.com/office/drawing/2014/main" id="{CFBBC5D9-103D-AA4C-963E-34E5581589C7}"/>
              </a:ext>
            </a:extLst>
          </p:cNvPr>
          <p:cNvSpPr/>
          <p:nvPr/>
        </p:nvSpPr>
        <p:spPr bwMode="gray">
          <a:xfrm>
            <a:off x="505295" y="6018474"/>
            <a:ext cx="5375280" cy="384526"/>
          </a:xfrm>
          <a:prstGeom prst="rect">
            <a:avLst/>
          </a:prstGeom>
          <a:solidFill>
            <a:schemeClr val="tx1"/>
          </a:solidFill>
          <a:ln w="6350" algn="ctr">
            <a:noFill/>
            <a:prstDash val="sysDot"/>
            <a:miter lim="800000"/>
            <a:headEnd/>
            <a:tailEnd/>
          </a:ln>
        </p:spPr>
        <p:txBody>
          <a:bodyPr lIns="67466" tIns="53974" rIns="67466" bIns="53974" rtlCol="0" anchor="ctr"/>
          <a:lstStyle/>
          <a:p>
            <a:pPr algn="ctr">
              <a:lnSpc>
                <a:spcPct val="95000"/>
              </a:lnSpc>
              <a:defRPr/>
            </a:pPr>
            <a:endParaRPr lang="en-US" sz="900" dirty="0">
              <a:solidFill>
                <a:srgbClr val="FFFFFF"/>
              </a:solidFill>
            </a:endParaRPr>
          </a:p>
        </p:txBody>
      </p:sp>
      <p:sp>
        <p:nvSpPr>
          <p:cNvPr id="85" name="Rectangle 84">
            <a:extLst>
              <a:ext uri="{FF2B5EF4-FFF2-40B4-BE49-F238E27FC236}">
                <a16:creationId xmlns:a16="http://schemas.microsoft.com/office/drawing/2014/main" id="{9C349FED-6C64-714A-8A12-DBE49F79775F}"/>
              </a:ext>
            </a:extLst>
          </p:cNvPr>
          <p:cNvSpPr/>
          <p:nvPr/>
        </p:nvSpPr>
        <p:spPr>
          <a:xfrm>
            <a:off x="2590156" y="6069724"/>
            <a:ext cx="1982776" cy="276935"/>
          </a:xfrm>
          <a:prstGeom prst="rect">
            <a:avLst/>
          </a:prstGeom>
        </p:spPr>
        <p:txBody>
          <a:bodyPr wrap="none">
            <a:spAutoFit/>
          </a:bodyPr>
          <a:lstStyle/>
          <a:p>
            <a:pPr>
              <a:defRPr/>
            </a:pPr>
            <a:r>
              <a:rPr lang="en-US" sz="1200" dirty="0">
                <a:solidFill>
                  <a:srgbClr val="FFFFFF"/>
                </a:solidFill>
              </a:rPr>
              <a:t>in operating cost reduction</a:t>
            </a:r>
            <a:endParaRPr lang="en-US" sz="1200" dirty="0">
              <a:solidFill>
                <a:srgbClr val="000000"/>
              </a:solidFill>
            </a:endParaRPr>
          </a:p>
        </p:txBody>
      </p:sp>
      <p:sp>
        <p:nvSpPr>
          <p:cNvPr id="91" name="Rectangle 90">
            <a:extLst>
              <a:ext uri="{FF2B5EF4-FFF2-40B4-BE49-F238E27FC236}">
                <a16:creationId xmlns:a16="http://schemas.microsoft.com/office/drawing/2014/main" id="{F050317D-E456-564C-800C-017248C37F83}"/>
              </a:ext>
            </a:extLst>
          </p:cNvPr>
          <p:cNvSpPr/>
          <p:nvPr/>
        </p:nvSpPr>
        <p:spPr>
          <a:xfrm>
            <a:off x="1375468" y="5989188"/>
            <a:ext cx="1247168" cy="442967"/>
          </a:xfrm>
          <a:prstGeom prst="rect">
            <a:avLst/>
          </a:prstGeom>
        </p:spPr>
        <p:txBody>
          <a:bodyPr wrap="none">
            <a:spAutoFit/>
          </a:bodyPr>
          <a:lstStyle/>
          <a:p>
            <a:pPr algn="ctr">
              <a:lnSpc>
                <a:spcPct val="95000"/>
              </a:lnSpc>
              <a:defRPr/>
            </a:pPr>
            <a:r>
              <a:rPr lang="en-US" sz="2399" b="1" dirty="0">
                <a:solidFill>
                  <a:srgbClr val="008FD3">
                    <a:lumMod val="60000"/>
                    <a:lumOff val="40000"/>
                  </a:srgbClr>
                </a:solidFill>
              </a:rPr>
              <a:t>40-60%</a:t>
            </a:r>
            <a:endParaRPr lang="en-US" sz="900" dirty="0">
              <a:solidFill>
                <a:srgbClr val="008FD3">
                  <a:lumMod val="60000"/>
                  <a:lumOff val="40000"/>
                </a:srgbClr>
              </a:solidFill>
            </a:endParaRPr>
          </a:p>
        </p:txBody>
      </p:sp>
      <p:sp>
        <p:nvSpPr>
          <p:cNvPr id="97" name="Rectangle 96">
            <a:extLst>
              <a:ext uri="{FF2B5EF4-FFF2-40B4-BE49-F238E27FC236}">
                <a16:creationId xmlns:a16="http://schemas.microsoft.com/office/drawing/2014/main" id="{5811CDE8-466A-4345-A852-A906048637C2}"/>
              </a:ext>
            </a:extLst>
          </p:cNvPr>
          <p:cNvSpPr/>
          <p:nvPr/>
        </p:nvSpPr>
        <p:spPr bwMode="gray">
          <a:xfrm>
            <a:off x="6780671" y="6017686"/>
            <a:ext cx="4876785" cy="384526"/>
          </a:xfrm>
          <a:prstGeom prst="rect">
            <a:avLst/>
          </a:prstGeom>
          <a:solidFill>
            <a:schemeClr val="tx1"/>
          </a:solidFill>
          <a:ln w="6350" algn="ctr">
            <a:noFill/>
            <a:prstDash val="sysDot"/>
            <a:miter lim="800000"/>
            <a:headEnd/>
            <a:tailEnd/>
          </a:ln>
        </p:spPr>
        <p:txBody>
          <a:bodyPr lIns="67466" tIns="53974" rIns="67466" bIns="53974" rtlCol="0" anchor="ctr"/>
          <a:lstStyle/>
          <a:p>
            <a:pPr algn="ctr">
              <a:lnSpc>
                <a:spcPct val="95000"/>
              </a:lnSpc>
              <a:defRPr/>
            </a:pPr>
            <a:endParaRPr lang="en-US" sz="900" dirty="0">
              <a:solidFill>
                <a:srgbClr val="FFFFFF"/>
              </a:solidFill>
            </a:endParaRPr>
          </a:p>
        </p:txBody>
      </p:sp>
      <p:sp>
        <p:nvSpPr>
          <p:cNvPr id="98" name="Rectangle 97">
            <a:extLst>
              <a:ext uri="{FF2B5EF4-FFF2-40B4-BE49-F238E27FC236}">
                <a16:creationId xmlns:a16="http://schemas.microsoft.com/office/drawing/2014/main" id="{73862393-0743-FE46-A4E2-126B47AFC24C}"/>
              </a:ext>
            </a:extLst>
          </p:cNvPr>
          <p:cNvSpPr/>
          <p:nvPr/>
        </p:nvSpPr>
        <p:spPr>
          <a:xfrm>
            <a:off x="8172793" y="6068936"/>
            <a:ext cx="3180564" cy="276935"/>
          </a:xfrm>
          <a:prstGeom prst="rect">
            <a:avLst/>
          </a:prstGeom>
        </p:spPr>
        <p:txBody>
          <a:bodyPr wrap="square">
            <a:spAutoFit/>
          </a:bodyPr>
          <a:lstStyle/>
          <a:p>
            <a:pPr>
              <a:defRPr/>
            </a:pPr>
            <a:r>
              <a:rPr lang="en-US" sz="1200" dirty="0">
                <a:solidFill>
                  <a:srgbClr val="FFFFFF"/>
                </a:solidFill>
              </a:rPr>
              <a:t>in contract leakage per $1 billion of spend</a:t>
            </a:r>
            <a:endParaRPr lang="en-US" sz="1200" dirty="0">
              <a:solidFill>
                <a:srgbClr val="000000"/>
              </a:solidFill>
            </a:endParaRPr>
          </a:p>
        </p:txBody>
      </p:sp>
      <p:sp>
        <p:nvSpPr>
          <p:cNvPr id="100" name="Rectangle 99">
            <a:extLst>
              <a:ext uri="{FF2B5EF4-FFF2-40B4-BE49-F238E27FC236}">
                <a16:creationId xmlns:a16="http://schemas.microsoft.com/office/drawing/2014/main" id="{8AEB2467-CCE3-3049-90CD-B568E28C4329}"/>
              </a:ext>
            </a:extLst>
          </p:cNvPr>
          <p:cNvSpPr/>
          <p:nvPr/>
        </p:nvSpPr>
        <p:spPr>
          <a:xfrm>
            <a:off x="7086312" y="5988400"/>
            <a:ext cx="1206456" cy="442967"/>
          </a:xfrm>
          <a:prstGeom prst="rect">
            <a:avLst/>
          </a:prstGeom>
        </p:spPr>
        <p:txBody>
          <a:bodyPr wrap="square">
            <a:spAutoFit/>
          </a:bodyPr>
          <a:lstStyle/>
          <a:p>
            <a:pPr algn="ctr">
              <a:lnSpc>
                <a:spcPct val="95000"/>
              </a:lnSpc>
              <a:defRPr/>
            </a:pPr>
            <a:r>
              <a:rPr lang="en-US" sz="2399" b="1" dirty="0">
                <a:solidFill>
                  <a:srgbClr val="008FD3"/>
                </a:solidFill>
              </a:rPr>
              <a:t>$1-2 M</a:t>
            </a:r>
            <a:endParaRPr lang="en-US" sz="900" dirty="0">
              <a:solidFill>
                <a:srgbClr val="008FD3"/>
              </a:solidFill>
            </a:endParaRPr>
          </a:p>
        </p:txBody>
      </p:sp>
      <p:sp>
        <p:nvSpPr>
          <p:cNvPr id="101" name="Rectangle 100">
            <a:extLst>
              <a:ext uri="{FF2B5EF4-FFF2-40B4-BE49-F238E27FC236}">
                <a16:creationId xmlns:a16="http://schemas.microsoft.com/office/drawing/2014/main" id="{586D2E48-F85A-9A45-8B90-51C80B7AE72B}"/>
              </a:ext>
            </a:extLst>
          </p:cNvPr>
          <p:cNvSpPr/>
          <p:nvPr/>
        </p:nvSpPr>
        <p:spPr bwMode="gray">
          <a:xfrm>
            <a:off x="6905472" y="2006947"/>
            <a:ext cx="4447884" cy="1527570"/>
          </a:xfrm>
          <a:prstGeom prst="rect">
            <a:avLst/>
          </a:prstGeom>
          <a:noFill/>
          <a:ln w="6350" algn="ctr">
            <a:noFill/>
            <a:miter lim="800000"/>
            <a:headEnd/>
            <a:tailEnd/>
          </a:ln>
        </p:spPr>
        <p:txBody>
          <a:bodyPr lIns="67466" tIns="53974" rIns="67466" bIns="53974" rtlCol="0" anchor="t"/>
          <a:lstStyle/>
          <a:p>
            <a:pPr marL="514156" indent="-171416">
              <a:lnSpc>
                <a:spcPct val="95000"/>
              </a:lnSpc>
              <a:spcBef>
                <a:spcPts val="1600"/>
              </a:spcBef>
              <a:spcAft>
                <a:spcPts val="450"/>
              </a:spcAft>
              <a:buClr>
                <a:srgbClr val="F0AB00"/>
              </a:buClr>
              <a:buFont typeface="Wingdings" pitchFamily="2" charset="2"/>
              <a:buChar char="§"/>
              <a:defRPr/>
            </a:pPr>
            <a:r>
              <a:rPr lang="en-US" sz="1000" dirty="0">
                <a:solidFill>
                  <a:srgbClr val="000000"/>
                </a:solidFill>
              </a:rPr>
              <a:t>Control maverick spending, risk and fraud through use of contracted suppliers and preferred specs with standard, repeatable buying processes </a:t>
            </a:r>
          </a:p>
          <a:p>
            <a:pPr marL="514156" indent="-171416">
              <a:lnSpc>
                <a:spcPct val="95000"/>
              </a:lnSpc>
              <a:spcBef>
                <a:spcPts val="1600"/>
              </a:spcBef>
              <a:spcAft>
                <a:spcPts val="450"/>
              </a:spcAft>
              <a:buClr>
                <a:srgbClr val="F0AB00"/>
              </a:buClr>
              <a:buFont typeface="Wingdings" pitchFamily="2" charset="2"/>
              <a:buChar char="§"/>
              <a:defRPr/>
            </a:pPr>
            <a:r>
              <a:rPr lang="en-US" sz="1000" dirty="0">
                <a:solidFill>
                  <a:srgbClr val="000000"/>
                </a:solidFill>
              </a:rPr>
              <a:t>Ensure supplier compliance to preferred terms with reconciliation of invoice, PO, receipt &amp; contract</a:t>
            </a:r>
          </a:p>
        </p:txBody>
      </p:sp>
      <p:sp>
        <p:nvSpPr>
          <p:cNvPr id="2" name="TextBox 1">
            <a:extLst>
              <a:ext uri="{FF2B5EF4-FFF2-40B4-BE49-F238E27FC236}">
                <a16:creationId xmlns:a16="http://schemas.microsoft.com/office/drawing/2014/main" id="{A785A07E-3953-DC4D-9F68-B43FCE349893}"/>
              </a:ext>
            </a:extLst>
          </p:cNvPr>
          <p:cNvSpPr txBox="1"/>
          <p:nvPr/>
        </p:nvSpPr>
        <p:spPr>
          <a:xfrm>
            <a:off x="12518061" y="5687047"/>
            <a:ext cx="65" cy="276935"/>
          </a:xfrm>
          <a:prstGeom prst="rect">
            <a:avLst/>
          </a:prstGeom>
          <a:noFill/>
        </p:spPr>
        <p:txBody>
          <a:bodyPr wrap="none" lIns="0" tIns="0" rIns="0" bIns="0" rtlCol="0">
            <a:spAutoFit/>
          </a:bodyPr>
          <a:lstStyle/>
          <a:p>
            <a:pPr fontAlgn="base">
              <a:spcBef>
                <a:spcPct val="50000"/>
              </a:spcBef>
              <a:spcAft>
                <a:spcPct val="0"/>
              </a:spcAft>
              <a:buClr>
                <a:srgbClr val="F0AB00"/>
              </a:buClr>
              <a:buSzPct val="80000"/>
              <a:defRPr/>
            </a:pPr>
            <a:endParaRPr lang="en-US" sz="1800" kern="0" dirty="0">
              <a:solidFill>
                <a:srgbClr val="000000"/>
              </a:solidFill>
              <a:ea typeface="Arial Unicode MS" pitchFamily="34" charset="-128"/>
              <a:cs typeface="Arial Unicode MS" pitchFamily="34" charset="-128"/>
            </a:endParaRPr>
          </a:p>
        </p:txBody>
      </p:sp>
      <p:sp>
        <p:nvSpPr>
          <p:cNvPr id="42" name="Triangle 41">
            <a:extLst>
              <a:ext uri="{FF2B5EF4-FFF2-40B4-BE49-F238E27FC236}">
                <a16:creationId xmlns:a16="http://schemas.microsoft.com/office/drawing/2014/main" id="{2F77A9AE-2A63-6B47-AE35-B595387FB6D3}"/>
              </a:ext>
            </a:extLst>
          </p:cNvPr>
          <p:cNvSpPr/>
          <p:nvPr/>
        </p:nvSpPr>
        <p:spPr bwMode="gray">
          <a:xfrm rot="10800000">
            <a:off x="5880575" y="4421964"/>
            <a:ext cx="312208" cy="225306"/>
          </a:xfrm>
          <a:prstGeom prst="triangle">
            <a:avLst>
              <a:gd name="adj" fmla="val 100000"/>
            </a:avLst>
          </a:prstGeom>
          <a:solidFill>
            <a:schemeClr val="accent3">
              <a:lumMod val="75000"/>
            </a:schemeClr>
          </a:solidFill>
          <a:ln w="25400" algn="ctr">
            <a:noFill/>
            <a:miter lim="800000"/>
            <a:headEnd/>
            <a:tailEnd/>
          </a:ln>
        </p:spPr>
        <p:txBody>
          <a:bodyPr lIns="89979" tIns="71983" rIns="89979" bIns="71983" rtlCol="0" anchor="ctr"/>
          <a:lstStyle/>
          <a:p>
            <a:pPr algn="ctr" defTabSz="914217" fontAlgn="base">
              <a:spcBef>
                <a:spcPct val="50000"/>
              </a:spcBef>
              <a:spcAft>
                <a:spcPct val="0"/>
              </a:spcAft>
              <a:buClr>
                <a:srgbClr val="F0AB00"/>
              </a:buClr>
              <a:buSzPct val="80000"/>
              <a:defRPr/>
            </a:pPr>
            <a:endParaRPr lang="en-US" sz="1800" kern="0" dirty="0">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2350779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EA1F19E-C776-BC45-A738-D9033A34D552}"/>
              </a:ext>
            </a:extLst>
          </p:cNvPr>
          <p:cNvSpPr>
            <a:spLocks noGrp="1"/>
          </p:cNvSpPr>
          <p:nvPr>
            <p:ph type="title"/>
          </p:nvPr>
        </p:nvSpPr>
        <p:spPr/>
        <p:txBody>
          <a:bodyPr/>
          <a:lstStyle/>
          <a:p>
            <a:r>
              <a:rPr lang="en-US" dirty="0"/>
              <a:t>Value Drivers</a:t>
            </a:r>
          </a:p>
        </p:txBody>
      </p:sp>
      <p:sp>
        <p:nvSpPr>
          <p:cNvPr id="5" name="TextBox 4">
            <a:extLst>
              <a:ext uri="{FF2B5EF4-FFF2-40B4-BE49-F238E27FC236}">
                <a16:creationId xmlns:a16="http://schemas.microsoft.com/office/drawing/2014/main" id="{0841CECA-CECD-9642-A19A-8A55B98D0733}"/>
              </a:ext>
            </a:extLst>
          </p:cNvPr>
          <p:cNvSpPr txBox="1"/>
          <p:nvPr/>
        </p:nvSpPr>
        <p:spPr>
          <a:xfrm>
            <a:off x="723538" y="3041419"/>
            <a:ext cx="2909451"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dirty="0">
                <a:ea typeface="Arial Unicode MS" pitchFamily="34" charset="-128"/>
                <a:cs typeface="Arial Unicode MS" pitchFamily="34" charset="-128"/>
              </a:rPr>
              <a:t>Improve REQ to PO Cycle Time</a:t>
            </a:r>
          </a:p>
        </p:txBody>
      </p:sp>
      <p:sp>
        <p:nvSpPr>
          <p:cNvPr id="7" name="TextBox 6">
            <a:extLst>
              <a:ext uri="{FF2B5EF4-FFF2-40B4-BE49-F238E27FC236}">
                <a16:creationId xmlns:a16="http://schemas.microsoft.com/office/drawing/2014/main" id="{B627F67E-A1F0-2B46-8565-09E5953DDB9A}"/>
              </a:ext>
            </a:extLst>
          </p:cNvPr>
          <p:cNvSpPr txBox="1"/>
          <p:nvPr/>
        </p:nvSpPr>
        <p:spPr>
          <a:xfrm>
            <a:off x="4515441" y="3041418"/>
            <a:ext cx="3361520" cy="3643370"/>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600" kern="0" dirty="0">
                <a:ea typeface="Arial Unicode MS" pitchFamily="34" charset="-128"/>
                <a:cs typeface="Arial Unicode MS" pitchFamily="34" charset="-128"/>
              </a:rPr>
              <a:t>Improve User Compliance</a:t>
            </a:r>
            <a:br>
              <a:rPr lang="en-US" sz="1600" kern="0" dirty="0">
                <a:ea typeface="Arial Unicode MS" pitchFamily="34" charset="-128"/>
                <a:cs typeface="Arial Unicode MS" pitchFamily="34" charset="-128"/>
              </a:rPr>
            </a:br>
            <a:endParaRPr lang="en-US" sz="1600" kern="0" dirty="0">
              <a:ea typeface="Arial Unicode MS" pitchFamily="34" charset="-128"/>
              <a:cs typeface="Arial Unicode MS" pitchFamily="34" charset="-128"/>
            </a:endParaRPr>
          </a:p>
          <a:p>
            <a:pPr marL="342900" marR="0" lvl="0" indent="-342900" algn="just">
              <a:lnSpc>
                <a:spcPct val="107000"/>
              </a:lnSpc>
              <a:spcBef>
                <a:spcPts val="0"/>
              </a:spcBef>
              <a:spcAft>
                <a:spcPts val="0"/>
              </a:spcAft>
              <a:buFont typeface="Symbol" panose="05050102010706020507" pitchFamily="18" charset="2"/>
              <a:buChar char=""/>
            </a:pPr>
            <a:r>
              <a:rPr lang="en-US" sz="1200" dirty="0">
                <a:effectLst/>
                <a:latin typeface="BentonSans Regular" panose="02000503000000020004" pitchFamily="2" charset="0"/>
                <a:ea typeface="Arial" panose="020B0604020202020204" pitchFamily="34" charset="0"/>
                <a:cs typeface="Times New Roman" panose="02020603050405020304" pitchFamily="18" charset="0"/>
              </a:rPr>
              <a:t>What controls are in place to ensure end users follow the defined procurement process?</a:t>
            </a:r>
          </a:p>
          <a:p>
            <a:pPr marL="342900" marR="0" lvl="0" indent="-342900" algn="just">
              <a:lnSpc>
                <a:spcPct val="107000"/>
              </a:lnSpc>
              <a:spcBef>
                <a:spcPts val="0"/>
              </a:spcBef>
              <a:spcAft>
                <a:spcPts val="0"/>
              </a:spcAft>
              <a:buFont typeface="Symbol" panose="05050102010706020507" pitchFamily="18" charset="2"/>
              <a:buChar char=""/>
            </a:pPr>
            <a:r>
              <a:rPr lang="en-US" sz="1200" dirty="0">
                <a:effectLst/>
                <a:latin typeface="BentonSans Regular" panose="02000503000000020004" pitchFamily="2" charset="0"/>
                <a:ea typeface="Arial" panose="020B0604020202020204" pitchFamily="34" charset="0"/>
                <a:cs typeface="Times New Roman" panose="02020603050405020304" pitchFamily="18" charset="0"/>
              </a:rPr>
              <a:t>Is there senior engagement to support this value driver?</a:t>
            </a:r>
          </a:p>
          <a:p>
            <a:pPr marL="342900" marR="0" lvl="0" indent="-342900" algn="just">
              <a:lnSpc>
                <a:spcPct val="107000"/>
              </a:lnSpc>
              <a:spcBef>
                <a:spcPts val="0"/>
              </a:spcBef>
              <a:spcAft>
                <a:spcPts val="0"/>
              </a:spcAft>
              <a:buFont typeface="Symbol" panose="05050102010706020507" pitchFamily="18" charset="2"/>
              <a:buChar char=""/>
            </a:pPr>
            <a:r>
              <a:rPr lang="en-US" sz="1200" dirty="0">
                <a:effectLst/>
                <a:latin typeface="BentonSans Regular" panose="02000503000000020004" pitchFamily="2" charset="0"/>
                <a:ea typeface="Arial" panose="020B0604020202020204" pitchFamily="34" charset="0"/>
                <a:cs typeface="Times New Roman" panose="02020603050405020304" pitchFamily="18" charset="0"/>
              </a:rPr>
              <a:t>Does the customer have a formalized governance structure in place? If not, what is the plan to improve governance? (aligned with increased Network usage)</a:t>
            </a:r>
          </a:p>
          <a:p>
            <a:pPr marL="342900" marR="0" lvl="0" indent="-342900" algn="just">
              <a:lnSpc>
                <a:spcPct val="107000"/>
              </a:lnSpc>
              <a:spcBef>
                <a:spcPts val="0"/>
              </a:spcBef>
              <a:spcAft>
                <a:spcPts val="0"/>
              </a:spcAft>
              <a:buFont typeface="Symbol" panose="05050102010706020507" pitchFamily="18" charset="2"/>
              <a:buChar char=""/>
            </a:pPr>
            <a:r>
              <a:rPr lang="en-US" sz="1200" dirty="0">
                <a:effectLst/>
                <a:latin typeface="BentonSans Regular" panose="02000503000000020004" pitchFamily="2" charset="0"/>
                <a:ea typeface="Arial" panose="020B0604020202020204" pitchFamily="34" charset="0"/>
                <a:cs typeface="Times New Roman" panose="02020603050405020304" pitchFamily="18" charset="0"/>
              </a:rPr>
              <a:t>Does the customer have KPIs (Key Performance Indicators) tied to their Network strategy and Value Scorecard? (aligned with increased Network usage)</a:t>
            </a:r>
          </a:p>
          <a:p>
            <a:pPr marL="342900" marR="0" lvl="0" indent="-342900" algn="just">
              <a:lnSpc>
                <a:spcPct val="107000"/>
              </a:lnSpc>
              <a:spcBef>
                <a:spcPts val="0"/>
              </a:spcBef>
              <a:spcAft>
                <a:spcPts val="800"/>
              </a:spcAft>
              <a:buFont typeface="Symbol" panose="05050102010706020507" pitchFamily="18" charset="2"/>
              <a:buChar char=""/>
            </a:pPr>
            <a:r>
              <a:rPr lang="en-US" sz="1200" dirty="0">
                <a:effectLst/>
                <a:latin typeface="BentonSans Regular" panose="02000503000000020004" pitchFamily="2" charset="0"/>
                <a:ea typeface="Arial" panose="020B0604020202020204" pitchFamily="34" charset="0"/>
                <a:cs typeface="Times New Roman" panose="02020603050405020304" pitchFamily="18" charset="0"/>
              </a:rPr>
              <a:t>If the customer has KPIs, are they being tracked? (aligned with increased Network usage)</a:t>
            </a:r>
            <a:endParaRPr lang="en-US" sz="1200" kern="0" dirty="0">
              <a:ea typeface="Arial Unicode MS" pitchFamily="34" charset="-128"/>
              <a:cs typeface="Arial Unicode MS" pitchFamily="34" charset="-128"/>
            </a:endParaRPr>
          </a:p>
        </p:txBody>
      </p:sp>
      <p:sp>
        <p:nvSpPr>
          <p:cNvPr id="9" name="TextBox 8">
            <a:extLst>
              <a:ext uri="{FF2B5EF4-FFF2-40B4-BE49-F238E27FC236}">
                <a16:creationId xmlns:a16="http://schemas.microsoft.com/office/drawing/2014/main" id="{42980708-F262-1941-9F13-F87485597AC6}"/>
              </a:ext>
            </a:extLst>
          </p:cNvPr>
          <p:cNvSpPr txBox="1"/>
          <p:nvPr/>
        </p:nvSpPr>
        <p:spPr>
          <a:xfrm>
            <a:off x="8739230" y="3037796"/>
            <a:ext cx="2450992" cy="615553"/>
          </a:xfrm>
          <a:prstGeom prst="rect">
            <a:avLst/>
          </a:prstGeom>
          <a:noFill/>
        </p:spPr>
        <p:txBody>
          <a:bodyPr wrap="none" lIns="0" tIns="0" rIns="0" bIns="0" rtlCol="0">
            <a:spAutoFit/>
          </a:bodyPr>
          <a:lstStyle/>
          <a:p>
            <a:pPr algn="ctr" fontAlgn="base">
              <a:spcBef>
                <a:spcPct val="50000"/>
              </a:spcBef>
              <a:spcAft>
                <a:spcPct val="0"/>
              </a:spcAft>
              <a:buClr>
                <a:srgbClr val="F0AB00"/>
              </a:buClr>
              <a:buSzPct val="80000"/>
            </a:pPr>
            <a:r>
              <a:rPr lang="en-US" sz="1600" kern="0" dirty="0">
                <a:ea typeface="Arial Unicode MS" pitchFamily="34" charset="-128"/>
                <a:cs typeface="Arial Unicode MS" pitchFamily="34" charset="-128"/>
              </a:rPr>
              <a:t>Improve Sourcing Savings </a:t>
            </a:r>
          </a:p>
          <a:p>
            <a:pPr algn="ctr" fontAlgn="base">
              <a:spcBef>
                <a:spcPct val="50000"/>
              </a:spcBef>
              <a:spcAft>
                <a:spcPct val="0"/>
              </a:spcAft>
              <a:buClr>
                <a:srgbClr val="F0AB00"/>
              </a:buClr>
              <a:buSzPct val="80000"/>
            </a:pPr>
            <a:r>
              <a:rPr lang="en-US" sz="1600" kern="0" dirty="0">
                <a:ea typeface="Arial Unicode MS" pitchFamily="34" charset="-128"/>
                <a:cs typeface="Arial Unicode MS" pitchFamily="34" charset="-128"/>
              </a:rPr>
              <a:t>on Indirect Spend</a:t>
            </a:r>
          </a:p>
        </p:txBody>
      </p:sp>
      <p:pic>
        <p:nvPicPr>
          <p:cNvPr id="2" name="Picture 1">
            <a:extLst>
              <a:ext uri="{FF2B5EF4-FFF2-40B4-BE49-F238E27FC236}">
                <a16:creationId xmlns:a16="http://schemas.microsoft.com/office/drawing/2014/main" id="{2ACFEDFA-B098-DD48-8F1D-923E366A28D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80792" y="504000"/>
            <a:ext cx="2788515" cy="2788515"/>
          </a:xfrm>
          <a:prstGeom prst="rect">
            <a:avLst/>
          </a:prstGeom>
        </p:spPr>
      </p:pic>
      <p:pic>
        <p:nvPicPr>
          <p:cNvPr id="13" name="Picture 12">
            <a:extLst>
              <a:ext uri="{FF2B5EF4-FFF2-40B4-BE49-F238E27FC236}">
                <a16:creationId xmlns:a16="http://schemas.microsoft.com/office/drawing/2014/main" id="{020661C0-459E-C44A-8105-5E5935FF9BA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51124" y="1007333"/>
            <a:ext cx="1900674" cy="1900674"/>
          </a:xfrm>
          <a:prstGeom prst="rect">
            <a:avLst/>
          </a:prstGeom>
        </p:spPr>
      </p:pic>
      <p:pic>
        <p:nvPicPr>
          <p:cNvPr id="20" name="Picture 19">
            <a:extLst>
              <a:ext uri="{FF2B5EF4-FFF2-40B4-BE49-F238E27FC236}">
                <a16:creationId xmlns:a16="http://schemas.microsoft.com/office/drawing/2014/main" id="{A1661772-01C3-A34C-BA0E-511BE7F9D31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21592" y="706681"/>
            <a:ext cx="2408446" cy="2408446"/>
          </a:xfrm>
          <a:prstGeom prst="rect">
            <a:avLst/>
          </a:prstGeom>
        </p:spPr>
      </p:pic>
      <p:sp>
        <p:nvSpPr>
          <p:cNvPr id="4" name="Rectangle 3">
            <a:extLst>
              <a:ext uri="{FF2B5EF4-FFF2-40B4-BE49-F238E27FC236}">
                <a16:creationId xmlns:a16="http://schemas.microsoft.com/office/drawing/2014/main" id="{8A40D177-414E-3BA5-3446-1950B06BA5AB}"/>
              </a:ext>
            </a:extLst>
          </p:cNvPr>
          <p:cNvSpPr/>
          <p:nvPr/>
        </p:nvSpPr>
        <p:spPr bwMode="gray">
          <a:xfrm>
            <a:off x="-249686" y="-1581337"/>
            <a:ext cx="12444861" cy="3354167"/>
          </a:xfrm>
          <a:prstGeom prst="rect">
            <a:avLst/>
          </a:prstGeom>
          <a:solidFill>
            <a:schemeClr val="accent1"/>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2800" b="0" i="0" u="none" strike="noStrike" kern="0" cap="none" spc="0" normalizeH="0" baseline="0" noProof="0" dirty="0">
              <a:ln>
                <a:noFill/>
              </a:ln>
              <a:effectLst/>
              <a:uLnTx/>
              <a:uFillTx/>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endParaRPr lang="en-US" sz="2800" kern="0" dirty="0">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r>
              <a:rPr kumimoji="0" lang="en-US" sz="2800" b="0" i="0" u="none" strike="noStrike" kern="0" cap="none" spc="0" normalizeH="0" baseline="0" noProof="0" dirty="0">
                <a:ln>
                  <a:noFill/>
                </a:ln>
                <a:effectLst/>
                <a:uLnTx/>
                <a:uFillTx/>
                <a:ea typeface="Arial Unicode MS" pitchFamily="34" charset="-128"/>
                <a:cs typeface="Arial Unicode MS" pitchFamily="34" charset="-128"/>
              </a:rPr>
              <a:t>Update this to reflect the value drivers that were </a:t>
            </a:r>
            <a:r>
              <a:rPr lang="en-US" sz="2800" kern="0" dirty="0">
                <a:ea typeface="Arial Unicode MS" pitchFamily="34" charset="-128"/>
              </a:rPr>
              <a:t>selected. The customer may have selected anywhere between 1-3 Value Drivers. This can be copied directly from the Value Opportunity Assessment report.  </a:t>
            </a:r>
          </a:p>
        </p:txBody>
      </p:sp>
    </p:spTree>
    <p:extLst>
      <p:ext uri="{BB962C8B-B14F-4D97-AF65-F5344CB8AC3E}">
        <p14:creationId xmlns:p14="http://schemas.microsoft.com/office/powerpoint/2010/main" val="1781728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p:cNvSpPr>
            <a:spLocks noGrp="1"/>
          </p:cNvSpPr>
          <p:nvPr>
            <p:ph type="body" sz="quarter" idx="10"/>
          </p:nvPr>
        </p:nvSpPr>
        <p:spPr>
          <a:xfrm>
            <a:off x="479150" y="1162037"/>
            <a:ext cx="11183888" cy="4716000"/>
          </a:xfrm>
        </p:spPr>
        <p:txBody>
          <a:bodyPr>
            <a:normAutofit/>
          </a:bodyPr>
          <a:lstStyle/>
          <a:p>
            <a:r>
              <a:rPr lang="en-US" sz="1800" dirty="0">
                <a:latin typeface="+mj-lt"/>
              </a:rPr>
              <a:t>As part of the Preferred Success offering, SAP has performed an evaluation against the predefined Value Drivers that have been selected. This evaluation has produced recommendations that are captured in this read-out report. These recommendations may include changes to processes in place and how the Customer interacts with them at a high level.</a:t>
            </a:r>
          </a:p>
        </p:txBody>
      </p:sp>
      <p:sp>
        <p:nvSpPr>
          <p:cNvPr id="2" name="Title 1"/>
          <p:cNvSpPr>
            <a:spLocks noGrp="1"/>
          </p:cNvSpPr>
          <p:nvPr>
            <p:ph type="title"/>
          </p:nvPr>
        </p:nvSpPr>
        <p:spPr/>
        <p:txBody>
          <a:bodyPr/>
          <a:lstStyle/>
          <a:p>
            <a:r>
              <a:rPr lang="en-US" dirty="0"/>
              <a:t>Value Opportunity Activities to Date</a:t>
            </a:r>
          </a:p>
        </p:txBody>
      </p:sp>
      <p:sp>
        <p:nvSpPr>
          <p:cNvPr id="12" name="TextBox 11"/>
          <p:cNvSpPr txBox="1"/>
          <p:nvPr/>
        </p:nvSpPr>
        <p:spPr>
          <a:xfrm>
            <a:off x="532138" y="4033632"/>
            <a:ext cx="1986113" cy="2578100"/>
          </a:xfrm>
          <a:prstGeom prst="rect">
            <a:avLst/>
          </a:prstGeom>
          <a:noFill/>
        </p:spPr>
        <p:txBody>
          <a:bodyPr wrap="square" lIns="0" tIns="0" rIns="0" bIns="0" rtlCol="0">
            <a:normAutofit/>
          </a:bodyPr>
          <a:lstStyle/>
          <a:p>
            <a:pPr marL="179352" lvl="1" indent="-168241" defTabSz="1088558" fontAlgn="base">
              <a:spcAft>
                <a:spcPct val="0"/>
              </a:spcAft>
              <a:buClr>
                <a:srgbClr val="F0AB00"/>
              </a:buClr>
              <a:buSzPct val="80000"/>
              <a:defRPr/>
            </a:pPr>
            <a:r>
              <a:rPr lang="en-US" sz="1100" kern="0" dirty="0">
                <a:solidFill>
                  <a:srgbClr val="000000"/>
                </a:solidFill>
                <a:ea typeface="Arial Unicode MS" pitchFamily="34" charset="-128"/>
                <a:cs typeface="Arial" panose="020B0604020202020204" pitchFamily="34" charset="0"/>
              </a:rPr>
              <a:t>Align on Value Drivers</a:t>
            </a:r>
          </a:p>
          <a:p>
            <a:pPr marL="179352" lvl="1" indent="-168241" defTabSz="1088558" fontAlgn="base">
              <a:spcAft>
                <a:spcPct val="0"/>
              </a:spcAft>
              <a:buClr>
                <a:srgbClr val="F0AB00"/>
              </a:buClr>
              <a:buSzPct val="80000"/>
              <a:defRPr/>
            </a:pPr>
            <a:r>
              <a:rPr lang="en-US" sz="1100" kern="0" dirty="0">
                <a:solidFill>
                  <a:srgbClr val="000000"/>
                </a:solidFill>
                <a:ea typeface="Arial Unicode MS" pitchFamily="34" charset="-128"/>
                <a:cs typeface="Arial" panose="020B0604020202020204" pitchFamily="34" charset="0"/>
              </a:rPr>
              <a:t>Discuss the Value Drivers and their current state impact. </a:t>
            </a:r>
          </a:p>
          <a:p>
            <a:pPr marL="179352" lvl="1" indent="-168241" defTabSz="1088558" fontAlgn="base">
              <a:spcAft>
                <a:spcPct val="0"/>
              </a:spcAft>
              <a:buClr>
                <a:srgbClr val="F0AB00"/>
              </a:buClr>
              <a:buSzPct val="80000"/>
              <a:defRPr/>
            </a:pPr>
            <a:r>
              <a:rPr lang="en-US" sz="1100" kern="0" dirty="0">
                <a:solidFill>
                  <a:srgbClr val="000000"/>
                </a:solidFill>
                <a:ea typeface="Arial Unicode MS" pitchFamily="34" charset="-128"/>
                <a:cs typeface="Arial" panose="020B0604020202020204" pitchFamily="34" charset="0"/>
              </a:rPr>
              <a:t>Align on next steps: Benchmark Survey and/or Value Opportunity Assessment</a:t>
            </a:r>
          </a:p>
          <a:p>
            <a:pPr marL="179352" lvl="1" indent="-168241" defTabSz="1088558" fontAlgn="base">
              <a:spcAft>
                <a:spcPct val="0"/>
              </a:spcAft>
              <a:buClr>
                <a:srgbClr val="F0AB00"/>
              </a:buClr>
              <a:buSzPct val="80000"/>
              <a:defRPr/>
            </a:pPr>
            <a:r>
              <a:rPr lang="en-US" sz="1100" kern="0" dirty="0">
                <a:solidFill>
                  <a:srgbClr val="000000"/>
                </a:solidFill>
                <a:ea typeface="Arial Unicode MS" pitchFamily="34" charset="-128"/>
                <a:cs typeface="Arial" panose="020B0604020202020204" pitchFamily="34" charset="0"/>
              </a:rPr>
              <a:t>Align on next steps and timing of next session. </a:t>
            </a:r>
          </a:p>
          <a:p>
            <a:pPr marL="168275" indent="-168275" defTabSz="1088558" fontAlgn="base">
              <a:spcAft>
                <a:spcPct val="0"/>
              </a:spcAft>
              <a:buClr>
                <a:srgbClr val="F0AB00"/>
              </a:buClr>
              <a:buSzPct val="80000"/>
              <a:buFont typeface="Arial" pitchFamily="34" charset="0"/>
              <a:buChar char="•"/>
              <a:defRPr/>
            </a:pPr>
            <a:endParaRPr lang="en-US" sz="1100" kern="0" dirty="0">
              <a:solidFill>
                <a:srgbClr val="000000"/>
              </a:solidFill>
              <a:ea typeface="Arial Unicode MS" pitchFamily="34" charset="-128"/>
              <a:cs typeface="Arial" panose="020B0604020202020204" pitchFamily="34" charset="0"/>
            </a:endParaRPr>
          </a:p>
        </p:txBody>
      </p:sp>
      <p:sp>
        <p:nvSpPr>
          <p:cNvPr id="13" name="TextBox 12"/>
          <p:cNvSpPr txBox="1"/>
          <p:nvPr/>
        </p:nvSpPr>
        <p:spPr>
          <a:xfrm>
            <a:off x="2739853" y="4033632"/>
            <a:ext cx="1983789" cy="2027834"/>
          </a:xfrm>
          <a:prstGeom prst="rect">
            <a:avLst/>
          </a:prstGeom>
          <a:noFill/>
        </p:spPr>
        <p:txBody>
          <a:bodyPr wrap="square" lIns="0" tIns="0" rIns="0" bIns="0" rtlCol="0">
            <a:normAutofit/>
          </a:bodyPr>
          <a:lstStyle/>
          <a:p>
            <a:pPr marL="179352" lvl="1" indent="-168241" defTabSz="1088558" fontAlgn="base">
              <a:spcAft>
                <a:spcPct val="0"/>
              </a:spcAft>
              <a:buClr>
                <a:srgbClr val="F0AB00"/>
              </a:buClr>
              <a:buSzPct val="80000"/>
              <a:defRPr/>
            </a:pPr>
            <a:r>
              <a:rPr lang="en-US" sz="1100" kern="0" dirty="0">
                <a:solidFill>
                  <a:srgbClr val="000000"/>
                </a:solidFill>
                <a:ea typeface="Arial Unicode MS" pitchFamily="34" charset="-128"/>
                <a:cs typeface="Arial" panose="020B0604020202020204" pitchFamily="34" charset="0"/>
              </a:rPr>
              <a:t>Recap inventory of observations and gather any corrections</a:t>
            </a:r>
          </a:p>
          <a:p>
            <a:pPr marL="179352" lvl="1" indent="-168241" defTabSz="1088558" fontAlgn="base">
              <a:spcAft>
                <a:spcPct val="0"/>
              </a:spcAft>
              <a:buClr>
                <a:srgbClr val="F0AB00"/>
              </a:buClr>
              <a:buSzPct val="80000"/>
              <a:defRPr/>
            </a:pPr>
            <a:r>
              <a:rPr lang="en-US" sz="1100" kern="0" dirty="0">
                <a:solidFill>
                  <a:srgbClr val="000000"/>
                </a:solidFill>
                <a:ea typeface="Arial Unicode MS" pitchFamily="34" charset="-128"/>
                <a:cs typeface="Arial" panose="020B0604020202020204" pitchFamily="34" charset="0"/>
              </a:rPr>
              <a:t>Generated relevant insights and evaluate impacts. </a:t>
            </a:r>
          </a:p>
          <a:p>
            <a:pPr marL="179352" lvl="1" indent="-168241" defTabSz="1088558" fontAlgn="base">
              <a:spcAft>
                <a:spcPct val="0"/>
              </a:spcAft>
              <a:buClr>
                <a:srgbClr val="F0AB00"/>
              </a:buClr>
              <a:buSzPct val="80000"/>
              <a:defRPr/>
            </a:pPr>
            <a:r>
              <a:rPr lang="en-US" sz="1100" kern="0" dirty="0">
                <a:solidFill>
                  <a:srgbClr val="000000"/>
                </a:solidFill>
                <a:ea typeface="Arial Unicode MS" pitchFamily="34" charset="-128"/>
                <a:cs typeface="Arial" panose="020B0604020202020204" pitchFamily="34" charset="0"/>
              </a:rPr>
              <a:t>Development of recommendations</a:t>
            </a:r>
          </a:p>
          <a:p>
            <a:pPr marL="179352" lvl="1" indent="-168241" defTabSz="1088558" fontAlgn="base">
              <a:spcAft>
                <a:spcPct val="0"/>
              </a:spcAft>
              <a:buClr>
                <a:srgbClr val="F0AB00"/>
              </a:buClr>
              <a:buSzPct val="80000"/>
              <a:defRPr/>
            </a:pPr>
            <a:r>
              <a:rPr lang="en-US" sz="1100" kern="0" dirty="0">
                <a:solidFill>
                  <a:srgbClr val="000000"/>
                </a:solidFill>
                <a:ea typeface="Arial Unicode MS" pitchFamily="34" charset="-128"/>
                <a:cs typeface="Arial" panose="020B0604020202020204" pitchFamily="34" charset="0"/>
              </a:rPr>
              <a:t>Prioritize target opportunities</a:t>
            </a:r>
          </a:p>
          <a:p>
            <a:pPr marL="168275" indent="-168275" defTabSz="1088558" fontAlgn="base">
              <a:lnSpc>
                <a:spcPct val="120000"/>
              </a:lnSpc>
              <a:spcAft>
                <a:spcPct val="0"/>
              </a:spcAft>
              <a:buClr>
                <a:srgbClr val="F0AB00"/>
              </a:buClr>
              <a:buSzPct val="80000"/>
              <a:buFont typeface="Arial" pitchFamily="34" charset="0"/>
              <a:buChar char="•"/>
              <a:defRPr/>
            </a:pPr>
            <a:endParaRPr lang="en-US" sz="1100" kern="0" dirty="0">
              <a:solidFill>
                <a:srgbClr val="000000"/>
              </a:solidFill>
              <a:ea typeface="Arial Unicode MS" pitchFamily="34" charset="-128"/>
              <a:cs typeface="Arial" panose="020B0604020202020204" pitchFamily="34" charset="0"/>
            </a:endParaRPr>
          </a:p>
        </p:txBody>
      </p:sp>
      <p:sp>
        <p:nvSpPr>
          <p:cNvPr id="14" name="TextBox 13"/>
          <p:cNvSpPr txBox="1"/>
          <p:nvPr/>
        </p:nvSpPr>
        <p:spPr>
          <a:xfrm>
            <a:off x="4945245" y="4033632"/>
            <a:ext cx="1983789" cy="2613364"/>
          </a:xfrm>
          <a:prstGeom prst="rect">
            <a:avLst/>
          </a:prstGeom>
          <a:noFill/>
        </p:spPr>
        <p:txBody>
          <a:bodyPr wrap="square" lIns="0" tIns="0" rIns="0" bIns="0" rtlCol="0">
            <a:normAutofit/>
          </a:bodyPr>
          <a:lstStyle/>
          <a:p>
            <a:pPr marL="179352" lvl="1" indent="-168241" defTabSz="1088558" fontAlgn="base">
              <a:spcAft>
                <a:spcPct val="0"/>
              </a:spcAft>
              <a:buClr>
                <a:srgbClr val="F0AB00"/>
              </a:buClr>
              <a:buSzPct val="80000"/>
              <a:defRPr/>
            </a:pPr>
            <a:r>
              <a:rPr lang="en-US" sz="1100" kern="0" dirty="0">
                <a:solidFill>
                  <a:srgbClr val="000000"/>
                </a:solidFill>
                <a:ea typeface="Arial Unicode MS" pitchFamily="34" charset="-128"/>
                <a:cs typeface="Arial" panose="020B0604020202020204" pitchFamily="34" charset="0"/>
              </a:rPr>
              <a:t>Outline recommendations and benefit opportunities produced from the Full Survey Program, and/or the Value Opportunity Assessment. </a:t>
            </a:r>
          </a:p>
          <a:p>
            <a:pPr marL="179352" lvl="1" indent="-168241" defTabSz="1088558" fontAlgn="base">
              <a:spcAft>
                <a:spcPct val="0"/>
              </a:spcAft>
              <a:buClr>
                <a:srgbClr val="F0AB00"/>
              </a:buClr>
              <a:buSzPct val="80000"/>
              <a:defRPr/>
            </a:pPr>
            <a:r>
              <a:rPr lang="en-US" sz="1100" kern="0" dirty="0">
                <a:solidFill>
                  <a:srgbClr val="000000"/>
                </a:solidFill>
                <a:ea typeface="Arial Unicode MS" pitchFamily="34" charset="-128"/>
                <a:cs typeface="Arial" panose="020B0604020202020204" pitchFamily="34" charset="0"/>
              </a:rPr>
              <a:t>Highlight Key Performance against the metrics selected. </a:t>
            </a:r>
          </a:p>
          <a:p>
            <a:pPr marL="179352" lvl="1" indent="-168241" defTabSz="1088558" fontAlgn="base">
              <a:spcAft>
                <a:spcPct val="0"/>
              </a:spcAft>
              <a:buClr>
                <a:srgbClr val="F0AB00"/>
              </a:buClr>
              <a:buSzPct val="80000"/>
              <a:defRPr/>
            </a:pPr>
            <a:r>
              <a:rPr lang="en-US" sz="1100" kern="0" dirty="0">
                <a:solidFill>
                  <a:srgbClr val="000000"/>
                </a:solidFill>
                <a:ea typeface="Arial Unicode MS" pitchFamily="34" charset="-128"/>
                <a:cs typeface="Arial" panose="020B0604020202020204" pitchFamily="34" charset="0"/>
              </a:rPr>
              <a:t>Review recommended improvements </a:t>
            </a:r>
          </a:p>
          <a:p>
            <a:pPr marL="179352" lvl="1" indent="-168241" defTabSz="1088558" fontAlgn="base">
              <a:spcAft>
                <a:spcPct val="0"/>
              </a:spcAft>
              <a:buClr>
                <a:srgbClr val="F0AB00"/>
              </a:buClr>
              <a:buSzPct val="80000"/>
              <a:defRPr/>
            </a:pPr>
            <a:r>
              <a:rPr lang="en-US" sz="1100" kern="0" dirty="0">
                <a:solidFill>
                  <a:srgbClr val="000000"/>
                </a:solidFill>
                <a:ea typeface="Arial Unicode MS" pitchFamily="34" charset="-128"/>
                <a:cs typeface="Arial" panose="020B0604020202020204" pitchFamily="34" charset="0"/>
              </a:rPr>
              <a:t>Provide insights on how to report on each metric using the Value Opportunity Assessment and/or the Benchmark report. </a:t>
            </a:r>
          </a:p>
        </p:txBody>
      </p:sp>
      <p:sp>
        <p:nvSpPr>
          <p:cNvPr id="16" name="TextBox 15"/>
          <p:cNvSpPr txBox="1"/>
          <p:nvPr/>
        </p:nvSpPr>
        <p:spPr>
          <a:xfrm>
            <a:off x="532138" y="3326039"/>
            <a:ext cx="1986113" cy="430787"/>
          </a:xfrm>
          <a:prstGeom prst="rect">
            <a:avLst/>
          </a:prstGeom>
          <a:noFill/>
        </p:spPr>
        <p:txBody>
          <a:bodyPr wrap="square" lIns="0" tIns="0" rIns="0" bIns="0" rtlCol="0" anchor="b">
            <a:spAutoFit/>
          </a:bodyPr>
          <a:lstStyle/>
          <a:p>
            <a:pPr algn="ctr" defTabSz="1088558" fontAlgn="base">
              <a:spcBef>
                <a:spcPct val="50000"/>
              </a:spcBef>
              <a:spcAft>
                <a:spcPct val="0"/>
              </a:spcAft>
              <a:buClr>
                <a:srgbClr val="F0AB00"/>
              </a:buClr>
              <a:buSzPct val="80000"/>
              <a:defRPr/>
            </a:pPr>
            <a:r>
              <a:rPr lang="en-US" sz="1400" b="1" dirty="0">
                <a:solidFill>
                  <a:srgbClr val="000000"/>
                </a:solidFill>
                <a:cs typeface="Arial" panose="020B0604020202020204" pitchFamily="34" charset="0"/>
              </a:rPr>
              <a:t>Alignment and Discovery</a:t>
            </a:r>
          </a:p>
        </p:txBody>
      </p:sp>
      <p:sp>
        <p:nvSpPr>
          <p:cNvPr id="17" name="TextBox 16"/>
          <p:cNvSpPr txBox="1"/>
          <p:nvPr/>
        </p:nvSpPr>
        <p:spPr>
          <a:xfrm>
            <a:off x="2741671" y="3332695"/>
            <a:ext cx="1983789" cy="430787"/>
          </a:xfrm>
          <a:prstGeom prst="rect">
            <a:avLst/>
          </a:prstGeom>
          <a:noFill/>
        </p:spPr>
        <p:txBody>
          <a:bodyPr wrap="square" lIns="0" tIns="0" rIns="0" bIns="0" rtlCol="0" anchor="b">
            <a:spAutoFit/>
          </a:bodyPr>
          <a:lstStyle/>
          <a:p>
            <a:pPr algn="ctr" defTabSz="1088558">
              <a:spcBef>
                <a:spcPct val="0"/>
              </a:spcBef>
              <a:spcAft>
                <a:spcPct val="35000"/>
              </a:spcAft>
              <a:defRPr/>
            </a:pPr>
            <a:r>
              <a:rPr lang="en-US" sz="1400" b="1" dirty="0">
                <a:solidFill>
                  <a:srgbClr val="000000"/>
                </a:solidFill>
                <a:cs typeface="Arial" panose="020B0604020202020204" pitchFamily="34" charset="0"/>
              </a:rPr>
              <a:t>Internal Review / Creation</a:t>
            </a:r>
          </a:p>
        </p:txBody>
      </p:sp>
      <p:cxnSp>
        <p:nvCxnSpPr>
          <p:cNvPr id="20" name="Straight Connector 19"/>
          <p:cNvCxnSpPr>
            <a:cxnSpLocks/>
          </p:cNvCxnSpPr>
          <p:nvPr/>
        </p:nvCxnSpPr>
        <p:spPr>
          <a:xfrm>
            <a:off x="532138" y="3868301"/>
            <a:ext cx="1986113"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741671" y="3874958"/>
            <a:ext cx="19837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object 4"/>
          <p:cNvSpPr/>
          <p:nvPr/>
        </p:nvSpPr>
        <p:spPr>
          <a:xfrm>
            <a:off x="502945" y="2423184"/>
            <a:ext cx="2376890" cy="822770"/>
          </a:xfrm>
          <a:prstGeom prst="homePlate">
            <a:avLst>
              <a:gd name="adj" fmla="val 38857"/>
            </a:avLst>
          </a:prstGeom>
          <a:solidFill>
            <a:schemeClr val="accent1"/>
          </a:solidFill>
        </p:spPr>
        <p:txBody>
          <a:bodyPr wrap="square" lIns="137160" tIns="0" rIns="228600" bIns="0" rtlCol="0" anchor="ctr" anchorCtr="0">
            <a:normAutofit/>
          </a:bodyPr>
          <a:lstStyle/>
          <a:p>
            <a:pPr marL="12700" algn="ctr" defTabSz="1088558">
              <a:lnSpc>
                <a:spcPct val="80000"/>
              </a:lnSpc>
              <a:defRPr/>
            </a:pPr>
            <a:r>
              <a:rPr lang="en-US" sz="1800" b="1" spc="-15" dirty="0">
                <a:solidFill>
                  <a:srgbClr val="FFFFFF"/>
                </a:solidFill>
                <a:cs typeface="Arial" panose="020B0604020202020204" pitchFamily="34" charset="0"/>
              </a:rPr>
              <a:t>DD MM YYYY</a:t>
            </a:r>
          </a:p>
        </p:txBody>
      </p:sp>
      <p:sp>
        <p:nvSpPr>
          <p:cNvPr id="45" name="object 7"/>
          <p:cNvSpPr/>
          <p:nvPr/>
        </p:nvSpPr>
        <p:spPr>
          <a:xfrm>
            <a:off x="2708153" y="2423184"/>
            <a:ext cx="2376890" cy="822770"/>
          </a:xfrm>
          <a:prstGeom prst="chevron">
            <a:avLst>
              <a:gd name="adj" fmla="val 38857"/>
            </a:avLst>
          </a:prstGeom>
          <a:solidFill>
            <a:schemeClr val="accent1"/>
          </a:solidFill>
        </p:spPr>
        <p:txBody>
          <a:bodyPr wrap="square" lIns="45720" tIns="0" rIns="91440" bIns="0" rtlCol="0" anchor="ctr" anchorCtr="0">
            <a:normAutofit/>
          </a:bodyPr>
          <a:lstStyle/>
          <a:p>
            <a:pPr marL="12700" algn="ctr" defTabSz="1088558">
              <a:lnSpc>
                <a:spcPct val="80000"/>
              </a:lnSpc>
              <a:defRPr/>
            </a:pPr>
            <a:r>
              <a:rPr lang="en-US" sz="1800" b="1" spc="-15" dirty="0">
                <a:solidFill>
                  <a:srgbClr val="FFFFFF"/>
                </a:solidFill>
                <a:cs typeface="Arial" panose="020B0604020202020204" pitchFamily="34" charset="0"/>
              </a:rPr>
              <a:t>DD MM YYYY</a:t>
            </a:r>
          </a:p>
        </p:txBody>
      </p:sp>
      <p:sp>
        <p:nvSpPr>
          <p:cNvPr id="55" name="TextBox 54"/>
          <p:cNvSpPr txBox="1"/>
          <p:nvPr/>
        </p:nvSpPr>
        <p:spPr>
          <a:xfrm>
            <a:off x="7150636" y="4033632"/>
            <a:ext cx="1983789" cy="2613364"/>
          </a:xfrm>
          <a:prstGeom prst="rect">
            <a:avLst/>
          </a:prstGeom>
          <a:noFill/>
        </p:spPr>
        <p:txBody>
          <a:bodyPr wrap="square" lIns="0" tIns="0" rIns="0" bIns="0" rtlCol="0" anchor="t">
            <a:normAutofit/>
          </a:bodyPr>
          <a:lstStyle/>
          <a:p>
            <a:pPr marL="179070" lvl="1" indent="-167640" defTabSz="1088558" fontAlgn="base">
              <a:spcAft>
                <a:spcPct val="0"/>
              </a:spcAft>
              <a:buClr>
                <a:srgbClr val="F0AB00"/>
              </a:buClr>
              <a:buSzPct val="80000"/>
              <a:defRPr/>
            </a:pPr>
            <a:r>
              <a:rPr lang="en-US" sz="1100" kern="0" dirty="0">
                <a:solidFill>
                  <a:srgbClr val="000000"/>
                </a:solidFill>
                <a:ea typeface="Arial Unicode MS" pitchFamily="34" charset="-128"/>
                <a:cs typeface="Arial" panose="020B0604020202020204" pitchFamily="34" charset="0"/>
              </a:rPr>
              <a:t>Executive summary: recap on path to success and beyond</a:t>
            </a:r>
          </a:p>
          <a:p>
            <a:pPr marL="179070" lvl="1" indent="-167640" defTabSz="1088558" fontAlgn="base">
              <a:spcAft>
                <a:spcPct val="0"/>
              </a:spcAft>
              <a:buClr>
                <a:srgbClr val="F0AB00"/>
              </a:buClr>
              <a:buSzPct val="80000"/>
              <a:defRPr/>
            </a:pPr>
            <a:r>
              <a:rPr lang="en-US" sz="1100" kern="0" dirty="0">
                <a:solidFill>
                  <a:srgbClr val="000000"/>
                </a:solidFill>
                <a:ea typeface="Arial Unicode MS"/>
                <a:cs typeface="Arial"/>
              </a:rPr>
              <a:t>Provide detailed recommendations. </a:t>
            </a:r>
            <a:endParaRPr lang="en-US" sz="1100" kern="0" dirty="0">
              <a:solidFill>
                <a:srgbClr val="000000"/>
              </a:solidFill>
              <a:ea typeface="Arial Unicode MS" pitchFamily="34" charset="-128"/>
              <a:cs typeface="Arial" panose="020B0604020202020204" pitchFamily="34" charset="0"/>
            </a:endParaRPr>
          </a:p>
          <a:p>
            <a:pPr marL="179070" lvl="1" indent="-167640" defTabSz="1088558" fontAlgn="base">
              <a:spcAft>
                <a:spcPct val="0"/>
              </a:spcAft>
              <a:buClr>
                <a:srgbClr val="F0AB00"/>
              </a:buClr>
              <a:buSzPct val="80000"/>
              <a:defRPr/>
            </a:pPr>
            <a:r>
              <a:rPr lang="en-US" sz="1100" kern="0" dirty="0">
                <a:solidFill>
                  <a:srgbClr val="000000"/>
                </a:solidFill>
                <a:ea typeface="Arial Unicode MS"/>
                <a:cs typeface="Arial"/>
              </a:rPr>
              <a:t>Engage other potential services that can facilitate increase value. </a:t>
            </a:r>
          </a:p>
          <a:p>
            <a:pPr marL="179070" lvl="1" indent="-167640" defTabSz="1088558">
              <a:spcAft>
                <a:spcPct val="0"/>
              </a:spcAft>
              <a:buClr>
                <a:srgbClr val="F0AB00"/>
              </a:buClr>
              <a:buSzPct val="80000"/>
              <a:defRPr/>
            </a:pPr>
            <a:r>
              <a:rPr lang="en-US" sz="1100" kern="0" dirty="0">
                <a:solidFill>
                  <a:srgbClr val="000000"/>
                </a:solidFill>
                <a:ea typeface="Arial Unicode MS"/>
                <a:cs typeface="Arial"/>
              </a:rPr>
              <a:t>Demonstrate solution capabilities in various forms</a:t>
            </a:r>
          </a:p>
        </p:txBody>
      </p:sp>
      <p:sp>
        <p:nvSpPr>
          <p:cNvPr id="56" name="TextBox 55"/>
          <p:cNvSpPr txBox="1"/>
          <p:nvPr/>
        </p:nvSpPr>
        <p:spPr>
          <a:xfrm>
            <a:off x="7156089" y="3340487"/>
            <a:ext cx="1983789" cy="430887"/>
          </a:xfrm>
          <a:prstGeom prst="rect">
            <a:avLst/>
          </a:prstGeom>
          <a:noFill/>
        </p:spPr>
        <p:txBody>
          <a:bodyPr wrap="square" lIns="0" tIns="0" rIns="0" bIns="0" rtlCol="0" anchor="b">
            <a:spAutoFit/>
          </a:bodyPr>
          <a:lstStyle/>
          <a:p>
            <a:pPr algn="ctr" defTabSz="1088558">
              <a:spcAft>
                <a:spcPct val="35000"/>
              </a:spcAft>
              <a:defRPr/>
            </a:pPr>
            <a:r>
              <a:rPr lang="en-US" sz="1400" b="1" dirty="0">
                <a:solidFill>
                  <a:srgbClr val="000000"/>
                </a:solidFill>
                <a:cs typeface="Arial" panose="020B0604020202020204" pitchFamily="34" charset="0"/>
              </a:rPr>
              <a:t>Recommendation Workshops</a:t>
            </a:r>
          </a:p>
        </p:txBody>
      </p:sp>
      <p:cxnSp>
        <p:nvCxnSpPr>
          <p:cNvPr id="57" name="Straight Connector 56"/>
          <p:cNvCxnSpPr/>
          <p:nvPr/>
        </p:nvCxnSpPr>
        <p:spPr>
          <a:xfrm>
            <a:off x="7156089" y="3880462"/>
            <a:ext cx="19837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object 7"/>
          <p:cNvSpPr/>
          <p:nvPr/>
        </p:nvSpPr>
        <p:spPr>
          <a:xfrm>
            <a:off x="4868376" y="2423184"/>
            <a:ext cx="4705126" cy="822770"/>
          </a:xfrm>
          <a:prstGeom prst="chevron">
            <a:avLst>
              <a:gd name="adj" fmla="val 38857"/>
            </a:avLst>
          </a:prstGeom>
          <a:solidFill>
            <a:schemeClr val="accent1"/>
          </a:solidFill>
        </p:spPr>
        <p:txBody>
          <a:bodyPr wrap="square" lIns="45720" tIns="0" rIns="91440" bIns="0" rtlCol="0" anchor="ctr" anchorCtr="0">
            <a:normAutofit/>
          </a:bodyPr>
          <a:lstStyle/>
          <a:p>
            <a:pPr marL="12700" algn="ctr" defTabSz="1088558">
              <a:lnSpc>
                <a:spcPct val="80000"/>
              </a:lnSpc>
              <a:defRPr/>
            </a:pPr>
            <a:r>
              <a:rPr lang="en-US" sz="1800" b="1" spc="-15" dirty="0">
                <a:solidFill>
                  <a:srgbClr val="FFFFFF"/>
                </a:solidFill>
                <a:cs typeface="Arial" panose="020B0604020202020204" pitchFamily="34" charset="0"/>
              </a:rPr>
              <a:t>DD MM YYYY</a:t>
            </a:r>
          </a:p>
        </p:txBody>
      </p:sp>
      <p:sp>
        <p:nvSpPr>
          <p:cNvPr id="34" name="TextBox 33"/>
          <p:cNvSpPr txBox="1"/>
          <p:nvPr/>
        </p:nvSpPr>
        <p:spPr>
          <a:xfrm>
            <a:off x="4948880" y="3332695"/>
            <a:ext cx="1983789" cy="430787"/>
          </a:xfrm>
          <a:prstGeom prst="rect">
            <a:avLst/>
          </a:prstGeom>
          <a:noFill/>
        </p:spPr>
        <p:txBody>
          <a:bodyPr wrap="square" lIns="0" tIns="0" rIns="0" bIns="0" rtlCol="0" anchor="b">
            <a:spAutoFit/>
          </a:bodyPr>
          <a:lstStyle/>
          <a:p>
            <a:pPr algn="ctr" defTabSz="1088558">
              <a:spcAft>
                <a:spcPct val="35000"/>
              </a:spcAft>
              <a:defRPr/>
            </a:pPr>
            <a:r>
              <a:rPr lang="en-US" sz="1400" b="1" dirty="0">
                <a:solidFill>
                  <a:srgbClr val="000000"/>
                </a:solidFill>
                <a:cs typeface="Arial" panose="020B0604020202020204" pitchFamily="34" charset="0"/>
              </a:rPr>
              <a:t>Summary of Recommendations</a:t>
            </a:r>
          </a:p>
        </p:txBody>
      </p:sp>
      <p:cxnSp>
        <p:nvCxnSpPr>
          <p:cNvPr id="35" name="Straight Connector 34"/>
          <p:cNvCxnSpPr/>
          <p:nvPr/>
        </p:nvCxnSpPr>
        <p:spPr>
          <a:xfrm>
            <a:off x="4948880" y="3874958"/>
            <a:ext cx="19837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object 7">
            <a:extLst>
              <a:ext uri="{FF2B5EF4-FFF2-40B4-BE49-F238E27FC236}">
                <a16:creationId xmlns:a16="http://schemas.microsoft.com/office/drawing/2014/main" id="{C06062B3-5E90-8A4F-98BA-C460499565C1}"/>
              </a:ext>
            </a:extLst>
          </p:cNvPr>
          <p:cNvSpPr/>
          <p:nvPr/>
        </p:nvSpPr>
        <p:spPr>
          <a:xfrm>
            <a:off x="9323779" y="2423184"/>
            <a:ext cx="2376890" cy="822770"/>
          </a:xfrm>
          <a:prstGeom prst="chevron">
            <a:avLst>
              <a:gd name="adj" fmla="val 38857"/>
            </a:avLst>
          </a:prstGeom>
          <a:solidFill>
            <a:schemeClr val="accent1"/>
          </a:solidFill>
        </p:spPr>
        <p:txBody>
          <a:bodyPr wrap="square" lIns="45720" tIns="0" rIns="91440" bIns="0" rtlCol="0" anchor="ctr" anchorCtr="0">
            <a:normAutofit/>
          </a:bodyPr>
          <a:lstStyle/>
          <a:p>
            <a:pPr marL="12700" algn="ctr" defTabSz="1088558">
              <a:lnSpc>
                <a:spcPct val="80000"/>
              </a:lnSpc>
              <a:defRPr/>
            </a:pPr>
            <a:r>
              <a:rPr lang="en-US" sz="1800" b="1" spc="-15" dirty="0">
                <a:solidFill>
                  <a:srgbClr val="FFFFFF"/>
                </a:solidFill>
                <a:cs typeface="Arial" panose="020B0604020202020204" pitchFamily="34" charset="0"/>
              </a:rPr>
              <a:t>DD MM YYYY</a:t>
            </a:r>
          </a:p>
        </p:txBody>
      </p:sp>
      <p:sp>
        <p:nvSpPr>
          <p:cNvPr id="23" name="TextBox 22">
            <a:extLst>
              <a:ext uri="{FF2B5EF4-FFF2-40B4-BE49-F238E27FC236}">
                <a16:creationId xmlns:a16="http://schemas.microsoft.com/office/drawing/2014/main" id="{55D70EAD-EBEC-BA43-BA83-78FD9C32A5F1}"/>
              </a:ext>
            </a:extLst>
          </p:cNvPr>
          <p:cNvSpPr txBox="1"/>
          <p:nvPr/>
        </p:nvSpPr>
        <p:spPr>
          <a:xfrm>
            <a:off x="9356029" y="4033632"/>
            <a:ext cx="1983789" cy="2613364"/>
          </a:xfrm>
          <a:prstGeom prst="rect">
            <a:avLst/>
          </a:prstGeom>
          <a:noFill/>
        </p:spPr>
        <p:txBody>
          <a:bodyPr wrap="square" lIns="0" tIns="0" rIns="0" bIns="0" rtlCol="0" anchor="t">
            <a:normAutofit/>
          </a:bodyPr>
          <a:lstStyle/>
          <a:p>
            <a:pPr marL="179070" lvl="1" indent="-167640" defTabSz="1088558" fontAlgn="base">
              <a:spcAft>
                <a:spcPct val="0"/>
              </a:spcAft>
              <a:buClr>
                <a:srgbClr val="F0AB00"/>
              </a:buClr>
              <a:buSzPct val="80000"/>
              <a:defRPr/>
            </a:pPr>
            <a:r>
              <a:rPr lang="en-US" sz="1100" kern="0" dirty="0">
                <a:solidFill>
                  <a:srgbClr val="000000"/>
                </a:solidFill>
                <a:ea typeface="Arial Unicode MS"/>
                <a:cs typeface="Arial"/>
              </a:rPr>
              <a:t>Readout next steps should include actions to take and services that can support those actions.</a:t>
            </a:r>
          </a:p>
          <a:p>
            <a:pPr marL="544195" lvl="1" defTabSz="1088558">
              <a:spcAft>
                <a:spcPct val="0"/>
              </a:spcAft>
              <a:buClr>
                <a:srgbClr val="F0AB00"/>
              </a:buClr>
              <a:defRPr/>
            </a:pPr>
            <a:r>
              <a:rPr lang="en-US" sz="1000" kern="0" dirty="0">
                <a:ea typeface="Arial Unicode MS"/>
                <a:cs typeface="Arial"/>
              </a:rPr>
              <a:t>List of Key Recommendations</a:t>
            </a:r>
          </a:p>
          <a:p>
            <a:pPr marL="544195" lvl="1" defTabSz="1088558">
              <a:spcAft>
                <a:spcPct val="0"/>
              </a:spcAft>
              <a:buClr>
                <a:srgbClr val="F0AB00"/>
              </a:buClr>
              <a:defRPr/>
            </a:pPr>
            <a:r>
              <a:rPr lang="en-US" sz="1000" kern="0" dirty="0">
                <a:ea typeface="Arial Unicode MS"/>
                <a:cs typeface="Arial"/>
              </a:rPr>
              <a:t>List of Key Services both Standard and Preferred Success Expanded Edition that should be adopted to increase value, and to maximize the capabilities to increase the value of their SAP Ariba investment. </a:t>
            </a:r>
          </a:p>
        </p:txBody>
      </p:sp>
      <p:cxnSp>
        <p:nvCxnSpPr>
          <p:cNvPr id="24" name="Straight Connector 23">
            <a:extLst>
              <a:ext uri="{FF2B5EF4-FFF2-40B4-BE49-F238E27FC236}">
                <a16:creationId xmlns:a16="http://schemas.microsoft.com/office/drawing/2014/main" id="{050C6456-DEF3-C84E-B2C7-C21F74FC8CD2}"/>
              </a:ext>
            </a:extLst>
          </p:cNvPr>
          <p:cNvCxnSpPr/>
          <p:nvPr/>
        </p:nvCxnSpPr>
        <p:spPr>
          <a:xfrm>
            <a:off x="9363300" y="3880462"/>
            <a:ext cx="19837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DE6AAE4-0D10-2F45-8E08-11602FCC4A8A}"/>
              </a:ext>
            </a:extLst>
          </p:cNvPr>
          <p:cNvSpPr txBox="1"/>
          <p:nvPr/>
        </p:nvSpPr>
        <p:spPr>
          <a:xfrm>
            <a:off x="9363300" y="3555979"/>
            <a:ext cx="1983789" cy="215394"/>
          </a:xfrm>
          <a:prstGeom prst="rect">
            <a:avLst/>
          </a:prstGeom>
          <a:noFill/>
        </p:spPr>
        <p:txBody>
          <a:bodyPr wrap="square" lIns="0" tIns="0" rIns="0" bIns="0" rtlCol="0" anchor="b">
            <a:spAutoFit/>
          </a:bodyPr>
          <a:lstStyle/>
          <a:p>
            <a:pPr algn="ctr" defTabSz="1088558">
              <a:spcAft>
                <a:spcPct val="35000"/>
              </a:spcAft>
              <a:defRPr/>
            </a:pPr>
            <a:r>
              <a:rPr lang="en-US" sz="1400" b="1" dirty="0">
                <a:solidFill>
                  <a:srgbClr val="000000"/>
                </a:solidFill>
                <a:cs typeface="Arial" panose="020B0604020202020204" pitchFamily="34" charset="0"/>
              </a:rPr>
              <a:t>Readout &amp; Next Steps</a:t>
            </a:r>
          </a:p>
        </p:txBody>
      </p:sp>
    </p:spTree>
    <p:extLst>
      <p:ext uri="{BB962C8B-B14F-4D97-AF65-F5344CB8AC3E}">
        <p14:creationId xmlns:p14="http://schemas.microsoft.com/office/powerpoint/2010/main" val="6115455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273" y="46458"/>
            <a:ext cx="11183887" cy="369247"/>
          </a:xfrm>
        </p:spPr>
        <p:txBody>
          <a:bodyPr vert="horz" wrap="square" lIns="0" tIns="0" rIns="0" bIns="0" rtlCol="0" anchor="ctr" anchorCtr="0">
            <a:noAutofit/>
          </a:bodyPr>
          <a:lstStyle/>
          <a:p>
            <a:r>
              <a:rPr lang="en-US" altLang="en-US" dirty="0">
                <a:latin typeface="Arial" panose="020B0604020202020204" pitchFamily="34" charset="0"/>
                <a:cs typeface="Arial" panose="020B0604020202020204" pitchFamily="34" charset="0"/>
              </a:rPr>
              <a:t>Top 5 Recommendations</a:t>
            </a:r>
            <a:endParaRPr lang="en-AU" dirty="0"/>
          </a:p>
        </p:txBody>
      </p:sp>
      <p:graphicFrame>
        <p:nvGraphicFramePr>
          <p:cNvPr id="28" name="Table 27"/>
          <p:cNvGraphicFramePr>
            <a:graphicFrameLocks noGrp="1"/>
          </p:cNvGraphicFramePr>
          <p:nvPr>
            <p:extLst>
              <p:ext uri="{D42A27DB-BD31-4B8C-83A1-F6EECF244321}">
                <p14:modId xmlns:p14="http://schemas.microsoft.com/office/powerpoint/2010/main" val="3445600471"/>
              </p:ext>
            </p:extLst>
          </p:nvPr>
        </p:nvGraphicFramePr>
        <p:xfrm>
          <a:off x="885841" y="447153"/>
          <a:ext cx="10633955" cy="6061211"/>
        </p:xfrm>
        <a:graphic>
          <a:graphicData uri="http://schemas.openxmlformats.org/drawingml/2006/table">
            <a:tbl>
              <a:tblPr firstRow="1" bandRow="1">
                <a:tableStyleId>{21E4AEA4-8DFA-4A89-87EB-49C32662AFE0}</a:tableStyleId>
              </a:tblPr>
              <a:tblGrid>
                <a:gridCol w="5438945">
                  <a:extLst>
                    <a:ext uri="{9D8B030D-6E8A-4147-A177-3AD203B41FA5}">
                      <a16:colId xmlns:a16="http://schemas.microsoft.com/office/drawing/2014/main" val="1622332421"/>
                    </a:ext>
                  </a:extLst>
                </a:gridCol>
                <a:gridCol w="2597505">
                  <a:extLst>
                    <a:ext uri="{9D8B030D-6E8A-4147-A177-3AD203B41FA5}">
                      <a16:colId xmlns:a16="http://schemas.microsoft.com/office/drawing/2014/main" val="2519078718"/>
                    </a:ext>
                  </a:extLst>
                </a:gridCol>
                <a:gridCol w="2597505">
                  <a:extLst>
                    <a:ext uri="{9D8B030D-6E8A-4147-A177-3AD203B41FA5}">
                      <a16:colId xmlns:a16="http://schemas.microsoft.com/office/drawing/2014/main" val="186456320"/>
                    </a:ext>
                  </a:extLst>
                </a:gridCol>
              </a:tblGrid>
              <a:tr h="308119">
                <a:tc>
                  <a:txBody>
                    <a:bodyPr/>
                    <a:lstStyle/>
                    <a:p>
                      <a:pPr algn="l"/>
                      <a:r>
                        <a:rPr lang="en-US" sz="1200" noProof="0" dirty="0"/>
                        <a:t>Recommendations</a:t>
                      </a:r>
                    </a:p>
                  </a:txBody>
                  <a:tcPr marL="91377" marR="91377" marT="45687" marB="45687" anchor="ctr">
                    <a:solidFill>
                      <a:schemeClr val="tx1"/>
                    </a:solidFill>
                  </a:tcPr>
                </a:tc>
                <a:tc>
                  <a:txBody>
                    <a:bodyPr/>
                    <a:lstStyle/>
                    <a:p>
                      <a:pPr algn="ctr"/>
                      <a:r>
                        <a:rPr lang="en-US" sz="1200" noProof="0" dirty="0"/>
                        <a:t>Benefit</a:t>
                      </a:r>
                    </a:p>
                  </a:txBody>
                  <a:tcPr marL="91377" marR="91377" marT="45687" marB="45687" anchor="ctr">
                    <a:solidFill>
                      <a:schemeClr val="tx1"/>
                    </a:solidFill>
                  </a:tcPr>
                </a:tc>
                <a:tc>
                  <a:txBody>
                    <a:bodyPr/>
                    <a:lstStyle/>
                    <a:p>
                      <a:pPr lvl="0" algn="ctr">
                        <a:buNone/>
                      </a:pPr>
                      <a:r>
                        <a:rPr lang="en-US" sz="1200" noProof="0" dirty="0"/>
                        <a:t>Implementation Effort* (SAP)</a:t>
                      </a:r>
                    </a:p>
                  </a:txBody>
                  <a:tcPr marL="91377" marR="91377" marT="45687" marB="45687" anchor="ctr">
                    <a:solidFill>
                      <a:schemeClr val="tx1"/>
                    </a:solidFill>
                  </a:tcPr>
                </a:tc>
                <a:extLst>
                  <a:ext uri="{0D108BD9-81ED-4DB2-BD59-A6C34878D82A}">
                    <a16:rowId xmlns:a16="http://schemas.microsoft.com/office/drawing/2014/main" val="487290898"/>
                  </a:ext>
                </a:extLst>
              </a:tr>
              <a:tr h="1324451">
                <a:tc>
                  <a:txBody>
                    <a:bodyPr/>
                    <a:lstStyle/>
                    <a:p>
                      <a:pPr marL="0" lvl="0" indent="0" algn="l">
                        <a:spcBef>
                          <a:spcPct val="50000"/>
                        </a:spcBef>
                        <a:spcAft>
                          <a:spcPct val="0"/>
                        </a:spcAft>
                        <a:buNone/>
                      </a:pPr>
                      <a:r>
                        <a:rPr lang="en-US" sz="1100" b="0" i="0" u="none" strike="noStrike" noProof="0" dirty="0">
                          <a:solidFill>
                            <a:schemeClr val="dk1"/>
                          </a:solidFill>
                          <a:latin typeface="Arial"/>
                        </a:rPr>
                        <a:t>Train and enable Sourcing end-users in functionality available to “customize” line items and terms from the Library, including: ad-hoc term and formula creation, Simplified Import, Smart Excel Import, Guided Sourcing UI for Event Creation, Large Capacity Events, Keelvar</a:t>
                      </a:r>
                      <a:endParaRPr lang="en-US" sz="1100" dirty="0"/>
                    </a:p>
                  </a:txBody>
                  <a:tcPr marL="91377" marR="91377" marT="45687" marB="45687" anchor="ctr"/>
                </a:tc>
                <a:tc>
                  <a:txBody>
                    <a:bodyPr/>
                    <a:lstStyle/>
                    <a:p>
                      <a:pPr marL="285750" marR="0" lvl="0" indent="-285750" algn="l" rtl="0" eaLnBrk="1" fontAlgn="auto" latinLnBrk="0" hangingPunct="1">
                        <a:lnSpc>
                          <a:spcPct val="100000"/>
                        </a:lnSpc>
                        <a:spcBef>
                          <a:spcPts val="0"/>
                        </a:spcBef>
                        <a:spcAft>
                          <a:spcPts val="0"/>
                        </a:spcAft>
                        <a:buClr>
                          <a:schemeClr val="accent1"/>
                        </a:buClr>
                        <a:buSzPct val="100000"/>
                        <a:buFont typeface="Wingdings" panose="05000000000000000000" pitchFamily="2" charset="2"/>
                        <a:buChar char="§"/>
                      </a:pPr>
                      <a:endParaRPr lang="en-US" sz="1100" baseline="0" noProof="0" dirty="0"/>
                    </a:p>
                    <a:p>
                      <a:pPr marL="285750" marR="0" lvl="0" indent="-285750" algn="l" defTabSz="1088776"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defRPr/>
                      </a:pPr>
                      <a:r>
                        <a:rPr lang="en-US" sz="1100" kern="1200" noProof="0" dirty="0">
                          <a:solidFill>
                            <a:schemeClr val="dk1"/>
                          </a:solidFill>
                          <a:latin typeface="+mn-lt"/>
                          <a:ea typeface="+mn-ea"/>
                          <a:cs typeface="+mn-cs"/>
                        </a:rPr>
                        <a:t>Facilitate creation of RFP line items for end-users</a:t>
                      </a:r>
                    </a:p>
                    <a:p>
                      <a:pPr marL="285750" marR="0" lvl="0" indent="-285750" algn="l" defTabSz="1088776"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defRPr/>
                      </a:pPr>
                      <a:r>
                        <a:rPr lang="en-US" sz="1100" kern="1200" noProof="0" dirty="0">
                          <a:solidFill>
                            <a:schemeClr val="dk1"/>
                          </a:solidFill>
                          <a:latin typeface="+mn-lt"/>
                          <a:ea typeface="+mn-ea"/>
                          <a:cs typeface="+mn-cs"/>
                        </a:rPr>
                        <a:t>Drive consistency in line item and term structure across events</a:t>
                      </a:r>
                    </a:p>
                    <a:p>
                      <a:pPr marL="0" marR="0" lvl="0" indent="0" algn="l" defTabSz="1088776">
                        <a:lnSpc>
                          <a:spcPct val="100000"/>
                        </a:lnSpc>
                        <a:spcBef>
                          <a:spcPts val="0"/>
                        </a:spcBef>
                        <a:spcAft>
                          <a:spcPts val="0"/>
                        </a:spcAft>
                        <a:buClr>
                          <a:srgbClr val="F0AB00"/>
                        </a:buClr>
                        <a:buSzPct val="100000"/>
                        <a:buNone/>
                        <a:tabLst/>
                        <a:defRPr/>
                      </a:pPr>
                      <a:endParaRPr lang="en-US" sz="1100" baseline="0" noProof="0" dirty="0"/>
                    </a:p>
                  </a:txBody>
                  <a:tcPr marL="91377" marR="91377" marT="45687" marB="45687" anchor="ctr"/>
                </a:tc>
                <a:tc rowSpan="2">
                  <a:txBody>
                    <a:bodyPr/>
                    <a:lstStyle/>
                    <a:p>
                      <a:pPr marL="0" lvl="0" indent="0" algn="l" defTabSz="1088776">
                        <a:lnSpc>
                          <a:spcPct val="100000"/>
                        </a:lnSpc>
                        <a:spcBef>
                          <a:spcPts val="0"/>
                        </a:spcBef>
                        <a:spcAft>
                          <a:spcPts val="0"/>
                        </a:spcAft>
                        <a:buNone/>
                        <a:tabLst/>
                        <a:defRPr/>
                      </a:pPr>
                      <a:r>
                        <a:rPr lang="en-US" sz="1100" baseline="0" noProof="0" dirty="0"/>
                        <a:t>2 Weeks Ariba Functional SME Support</a:t>
                      </a:r>
                    </a:p>
                    <a:p>
                      <a:pPr marL="0" lvl="0" indent="0" algn="l" defTabSz="1088776">
                        <a:lnSpc>
                          <a:spcPct val="100000"/>
                        </a:lnSpc>
                        <a:spcBef>
                          <a:spcPts val="0"/>
                        </a:spcBef>
                        <a:spcAft>
                          <a:spcPts val="0"/>
                        </a:spcAft>
                        <a:buNone/>
                        <a:tabLst/>
                        <a:defRPr/>
                      </a:pPr>
                      <a:endParaRPr lang="en-US" sz="1100" baseline="0" noProof="0" dirty="0"/>
                    </a:p>
                    <a:p>
                      <a:pPr marL="0" lvl="0" indent="0" algn="l" defTabSz="1088776">
                        <a:lnSpc>
                          <a:spcPct val="100000"/>
                        </a:lnSpc>
                        <a:spcBef>
                          <a:spcPts val="0"/>
                        </a:spcBef>
                        <a:spcAft>
                          <a:spcPts val="0"/>
                        </a:spcAft>
                        <a:buNone/>
                        <a:tabLst/>
                        <a:defRPr/>
                      </a:pPr>
                      <a:endParaRPr lang="en-US" sz="1100" baseline="0" noProof="0" dirty="0"/>
                    </a:p>
                  </a:txBody>
                  <a:tcPr marL="91377" marR="91377" marT="45687" marB="45687" anchor="ctr"/>
                </a:tc>
                <a:extLst>
                  <a:ext uri="{0D108BD9-81ED-4DB2-BD59-A6C34878D82A}">
                    <a16:rowId xmlns:a16="http://schemas.microsoft.com/office/drawing/2014/main" val="1967886709"/>
                  </a:ext>
                </a:extLst>
              </a:tr>
              <a:tr h="1301458">
                <a:tc>
                  <a:txBody>
                    <a:bodyPr/>
                    <a:lstStyle/>
                    <a:p>
                      <a:pPr marL="0" marR="0" lvl="0" indent="0" algn="l" rtl="0" eaLnBrk="1" fontAlgn="base" latinLnBrk="0" hangingPunct="1">
                        <a:lnSpc>
                          <a:spcPct val="100000"/>
                        </a:lnSpc>
                        <a:spcBef>
                          <a:spcPct val="50000"/>
                        </a:spcBef>
                        <a:spcAft>
                          <a:spcPct val="0"/>
                        </a:spcAft>
                        <a:buClr>
                          <a:schemeClr val="tx1"/>
                        </a:buClr>
                        <a:buSzPct val="100000"/>
                        <a:buFont typeface="Arial" panose="020B0604020202020204" pitchFamily="34" charset="0"/>
                        <a:buNone/>
                      </a:pPr>
                      <a:r>
                        <a:rPr lang="en-US" sz="1100" kern="0" noProof="0" dirty="0">
                          <a:ea typeface="Arial Unicode MS"/>
                          <a:cs typeface="Arial Unicode MS"/>
                        </a:rPr>
                        <a:t>Build a representative Sourcing Content Library, including line items, terms, and formulas, covering key material and service categories. </a:t>
                      </a:r>
                      <a:endParaRPr lang="en-US" sz="1100" kern="0" noProof="0" dirty="0">
                        <a:solidFill>
                          <a:schemeClr val="dk1"/>
                        </a:solidFill>
                        <a:latin typeface="+mn-lt"/>
                        <a:ea typeface="Arial Unicode MS"/>
                        <a:cs typeface="Arial Unicode MS"/>
                      </a:endParaRPr>
                    </a:p>
                  </a:txBody>
                  <a:tcPr marL="91377" marR="91377" marT="45687" marB="45687" anchor="ctr"/>
                </a:tc>
                <a:tc>
                  <a:txBody>
                    <a:bodyPr/>
                    <a:lstStyle/>
                    <a:p>
                      <a:pPr marL="285750" marR="0" lvl="0" indent="-285750" algn="l" defTabSz="1088776"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defRPr/>
                      </a:pPr>
                      <a:r>
                        <a:rPr lang="en-US" sz="1100" noProof="0" dirty="0"/>
                        <a:t>Empower end-users to make necessary edits in-system</a:t>
                      </a:r>
                    </a:p>
                    <a:p>
                      <a:pPr marL="285750" marR="0" lvl="0" indent="-285750" algn="l" defTabSz="1088776"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defRPr/>
                      </a:pPr>
                      <a:r>
                        <a:rPr lang="en-US" sz="1100" noProof="0" dirty="0"/>
                        <a:t>Price collection, reporting, awarding (data) in solution</a:t>
                      </a:r>
                    </a:p>
                    <a:p>
                      <a:pPr marL="285750" marR="0" lvl="0" indent="-285750" algn="l" defTabSz="1088776"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defRPr/>
                      </a:pPr>
                      <a:endParaRPr lang="en-US" sz="1100" noProof="0" dirty="0"/>
                    </a:p>
                    <a:p>
                      <a:pPr marL="285750" marR="0" lvl="0" indent="-285750" algn="l" defTabSz="1088776"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defRPr/>
                      </a:pPr>
                      <a:endParaRPr lang="en-US" sz="1100" noProof="0" dirty="0"/>
                    </a:p>
                  </a:txBody>
                  <a:tcPr marL="91377" marR="91377" marT="45687" marB="45687" anchor="ctr"/>
                </a:tc>
                <a:tc vMerge="1">
                  <a:txBody>
                    <a:bodyPr/>
                    <a:lstStyle/>
                    <a:p>
                      <a:pPr marL="285750" lvl="0" indent="-285750" algn="l" defTabSz="1088776">
                        <a:lnSpc>
                          <a:spcPct val="100000"/>
                        </a:lnSpc>
                        <a:spcBef>
                          <a:spcPts val="0"/>
                        </a:spcBef>
                        <a:spcAft>
                          <a:spcPts val="0"/>
                        </a:spcAft>
                        <a:buFont typeface="Arial"/>
                        <a:buChar char="•"/>
                        <a:tabLst/>
                        <a:defRPr/>
                      </a:pPr>
                      <a:endParaRPr lang="en-US" sz="1400" noProof="0" dirty="0"/>
                    </a:p>
                  </a:txBody>
                  <a:tcPr marL="91398" marR="91398" marT="45698" marB="45698" anchor="ctr"/>
                </a:tc>
                <a:extLst>
                  <a:ext uri="{0D108BD9-81ED-4DB2-BD59-A6C34878D82A}">
                    <a16:rowId xmlns:a16="http://schemas.microsoft.com/office/drawing/2014/main" val="946066531"/>
                  </a:ext>
                </a:extLst>
              </a:tr>
              <a:tr h="827783">
                <a:tc>
                  <a:txBody>
                    <a:bodyPr/>
                    <a:lstStyle/>
                    <a:p>
                      <a:pPr marL="0" marR="0" lvl="0" indent="0" algn="l" rtl="0">
                        <a:lnSpc>
                          <a:spcPct val="100000"/>
                        </a:lnSpc>
                        <a:spcBef>
                          <a:spcPct val="50000"/>
                        </a:spcBef>
                        <a:spcAft>
                          <a:spcPct val="0"/>
                        </a:spcAft>
                        <a:buFont typeface="Arial" panose="020B0604020202020204" pitchFamily="34" charset="0"/>
                        <a:buNone/>
                      </a:pPr>
                      <a:r>
                        <a:rPr lang="en-US" sz="1100" kern="0" noProof="0" dirty="0">
                          <a:solidFill>
                            <a:schemeClr val="dk1"/>
                          </a:solidFill>
                          <a:latin typeface="+mn-lt"/>
                          <a:ea typeface="Arial Unicode MS"/>
                          <a:cs typeface="Arial Unicode MS"/>
                        </a:rPr>
                        <a:t>Adopt embedded Sourcing and Contracts functionality for direct materials: Material Master integration, Pricing Conditions, Cost Breakdown Analysis, Transaction Integrations (for PO, contract generation in external system)</a:t>
                      </a:r>
                      <a:endParaRPr lang="en-US" sz="1100" dirty="0"/>
                    </a:p>
                  </a:txBody>
                  <a:tcPr marL="91377" marR="91377" marT="45687" marB="45687" anchor="ctr"/>
                </a:tc>
                <a:tc>
                  <a:txBody>
                    <a:bodyPr/>
                    <a:lstStyle/>
                    <a:p>
                      <a:pPr marL="285750" marR="0" lvl="0" indent="-285750" algn="l" rtl="0">
                        <a:lnSpc>
                          <a:spcPct val="100000"/>
                        </a:lnSpc>
                        <a:spcBef>
                          <a:spcPts val="0"/>
                        </a:spcBef>
                        <a:spcAft>
                          <a:spcPts val="0"/>
                        </a:spcAft>
                        <a:buClr>
                          <a:srgbClr val="F0AB00"/>
                        </a:buClr>
                        <a:buSzPct val="100000"/>
                        <a:buFont typeface="Wingdings" panose="05000000000000000000" pitchFamily="2" charset="2"/>
                        <a:buChar char="§"/>
                      </a:pPr>
                      <a:r>
                        <a:rPr lang="en-US" sz="1100" noProof="0" dirty="0"/>
                        <a:t>Integrated transactions across procurement systems (SAP Ariba &amp; ERP)</a:t>
                      </a:r>
                      <a:endParaRPr lang="en-US" sz="1100" dirty="0"/>
                    </a:p>
                  </a:txBody>
                  <a:tcPr marL="91377" marR="91377" marT="45687" marB="45687" anchor="ctr"/>
                </a:tc>
                <a:tc>
                  <a:txBody>
                    <a:bodyPr/>
                    <a:lstStyle/>
                    <a:p>
                      <a:pPr marL="0" lvl="0" indent="0" algn="l">
                        <a:lnSpc>
                          <a:spcPct val="100000"/>
                        </a:lnSpc>
                        <a:spcBef>
                          <a:spcPts val="0"/>
                        </a:spcBef>
                        <a:spcAft>
                          <a:spcPts val="0"/>
                        </a:spcAft>
                        <a:buFont typeface="Wingdings"/>
                        <a:buNone/>
                      </a:pPr>
                      <a:r>
                        <a:rPr lang="en-US" sz="1100" noProof="0" dirty="0"/>
                        <a:t>2 Weeks Ariba Functional SME and 0.5 Weeks Ariba Tech SME Support </a:t>
                      </a:r>
                    </a:p>
                  </a:txBody>
                  <a:tcPr marL="91377" marR="91377" marT="45687" marB="45687" anchor="ctr"/>
                </a:tc>
                <a:extLst>
                  <a:ext uri="{0D108BD9-81ED-4DB2-BD59-A6C34878D82A}">
                    <a16:rowId xmlns:a16="http://schemas.microsoft.com/office/drawing/2014/main" val="4240468963"/>
                  </a:ext>
                </a:extLst>
              </a:tr>
              <a:tr h="1149700">
                <a:tc>
                  <a:txBody>
                    <a:bodyPr/>
                    <a:lstStyle/>
                    <a:p>
                      <a:pPr marL="0" marR="0" lvl="0" indent="0" algn="l" rtl="0">
                        <a:lnSpc>
                          <a:spcPct val="100000"/>
                        </a:lnSpc>
                        <a:spcBef>
                          <a:spcPct val="50000"/>
                        </a:spcBef>
                        <a:spcAft>
                          <a:spcPct val="0"/>
                        </a:spcAft>
                        <a:buFont typeface="Arial" panose="020B0604020202020204" pitchFamily="34" charset="0"/>
                        <a:buNone/>
                      </a:pPr>
                      <a:r>
                        <a:rPr lang="en-US" sz="1100" kern="0" noProof="0" dirty="0">
                          <a:solidFill>
                            <a:schemeClr val="dk1"/>
                          </a:solidFill>
                          <a:latin typeface="+mn-lt"/>
                          <a:ea typeface="Arial Unicode MS"/>
                          <a:cs typeface="Arial Unicode MS"/>
                        </a:rPr>
                        <a:t>Design Contract Workspace template as a repository with process management and e-signature, linked from executed Sourcing Events/Projects when possible. Manage key milestones using Approval and/or Review tasks to drive process benchmarking. </a:t>
                      </a:r>
                      <a:endParaRPr lang="en-US" sz="1100" dirty="0"/>
                    </a:p>
                  </a:txBody>
                  <a:tcPr marL="91377" marR="91377" marT="45687" marB="45687" anchor="ctr"/>
                </a:tc>
                <a:tc>
                  <a:txBody>
                    <a:bodyPr/>
                    <a:lstStyle/>
                    <a:p>
                      <a:pPr marL="285750" marR="0" lvl="0" indent="-285750" algn="l" rtl="0">
                        <a:lnSpc>
                          <a:spcPct val="100000"/>
                        </a:lnSpc>
                        <a:spcBef>
                          <a:spcPts val="0"/>
                        </a:spcBef>
                        <a:spcAft>
                          <a:spcPts val="0"/>
                        </a:spcAft>
                        <a:buClr>
                          <a:srgbClr val="F0AB00"/>
                        </a:buClr>
                        <a:buSzPct val="100000"/>
                        <a:buFont typeface="Arial" panose="020B0604020202020204" pitchFamily="34" charset="0"/>
                        <a:buChar char="•"/>
                      </a:pPr>
                      <a:r>
                        <a:rPr lang="en-US" sz="1100" noProof="0" dirty="0"/>
                        <a:t>Single repository of executed Procurement agreements linked to relevant Sourcing activity</a:t>
                      </a:r>
                      <a:endParaRPr lang="en-US" sz="1100" dirty="0"/>
                    </a:p>
                    <a:p>
                      <a:pPr marL="285750" marR="0" lvl="0" indent="-285750" algn="l" rtl="0">
                        <a:lnSpc>
                          <a:spcPct val="100000"/>
                        </a:lnSpc>
                        <a:spcBef>
                          <a:spcPts val="0"/>
                        </a:spcBef>
                        <a:spcAft>
                          <a:spcPts val="0"/>
                        </a:spcAft>
                        <a:buClr>
                          <a:srgbClr val="F0AB00"/>
                        </a:buClr>
                        <a:buSzPct val="100000"/>
                        <a:buFont typeface="Arial" panose="020B0604020202020204" pitchFamily="34" charset="0"/>
                        <a:buChar char="•"/>
                      </a:pPr>
                      <a:r>
                        <a:rPr lang="en-US" sz="1100" noProof="0" dirty="0"/>
                        <a:t>Electronic Signature via single UI</a:t>
                      </a:r>
                      <a:endParaRPr lang="en-US" sz="1100" dirty="0"/>
                    </a:p>
                  </a:txBody>
                  <a:tcPr marL="91377" marR="91377" marT="45687" marB="45687" anchor="ctr"/>
                </a:tc>
                <a:tc>
                  <a:txBody>
                    <a:bodyPr/>
                    <a:lstStyle/>
                    <a:p>
                      <a:pPr marL="0" lvl="0" indent="0" algn="l">
                        <a:lnSpc>
                          <a:spcPct val="100000"/>
                        </a:lnSpc>
                        <a:spcBef>
                          <a:spcPts val="0"/>
                        </a:spcBef>
                        <a:spcAft>
                          <a:spcPts val="0"/>
                        </a:spcAft>
                        <a:buFont typeface="Arial"/>
                        <a:buNone/>
                      </a:pPr>
                      <a:r>
                        <a:rPr lang="en-US" sz="1100" noProof="0" dirty="0"/>
                        <a:t>4 Weeks Ariba Functional SME Support</a:t>
                      </a:r>
                    </a:p>
                  </a:txBody>
                  <a:tcPr marL="91377" marR="91377" marT="45687" marB="45687" anchor="ctr"/>
                </a:tc>
                <a:extLst>
                  <a:ext uri="{0D108BD9-81ED-4DB2-BD59-A6C34878D82A}">
                    <a16:rowId xmlns:a16="http://schemas.microsoft.com/office/drawing/2014/main" val="351868902"/>
                  </a:ext>
                </a:extLst>
              </a:tr>
              <a:tr h="1149700">
                <a:tc>
                  <a:txBody>
                    <a:bodyPr/>
                    <a:lstStyle/>
                    <a:p>
                      <a:pPr marL="0" marR="0" lvl="0" indent="0" algn="l" rtl="0">
                        <a:lnSpc>
                          <a:spcPct val="100000"/>
                        </a:lnSpc>
                        <a:spcBef>
                          <a:spcPct val="50000"/>
                        </a:spcBef>
                        <a:spcAft>
                          <a:spcPct val="0"/>
                        </a:spcAft>
                        <a:buFont typeface="Arial" panose="020B0604020202020204" pitchFamily="34" charset="0"/>
                        <a:buNone/>
                      </a:pPr>
                      <a:r>
                        <a:rPr lang="en-US" sz="1100" kern="0" noProof="0" dirty="0">
                          <a:solidFill>
                            <a:schemeClr val="dk1"/>
                          </a:solidFill>
                          <a:latin typeface="+mn-lt"/>
                          <a:ea typeface="Arial Unicode MS"/>
                          <a:cs typeface="Arial Unicode MS"/>
                        </a:rPr>
                        <a:t>Adopt Contract Compliance Buy Processes to link Sourcing and Contracting to operational consumption in Buying and Invoicing; enforce max limits, discounts, track consumption and transactions</a:t>
                      </a:r>
                      <a:endParaRPr lang="en-US" sz="1100" dirty="0"/>
                    </a:p>
                  </a:txBody>
                  <a:tcPr marL="91377" marR="91377" marT="45687" marB="45687" anchor="ctr"/>
                </a:tc>
                <a:tc>
                  <a:txBody>
                    <a:bodyPr/>
                    <a:lstStyle/>
                    <a:p>
                      <a:pPr marL="285750" marR="0" lvl="0" indent="-285750" algn="l" rtl="0">
                        <a:lnSpc>
                          <a:spcPct val="100000"/>
                        </a:lnSpc>
                        <a:spcBef>
                          <a:spcPts val="0"/>
                        </a:spcBef>
                        <a:spcAft>
                          <a:spcPts val="0"/>
                        </a:spcAft>
                        <a:buClr>
                          <a:srgbClr val="F0AB00"/>
                        </a:buClr>
                        <a:buSzPct val="100000"/>
                        <a:buFont typeface="Wingdings" panose="05000000000000000000" pitchFamily="2" charset="2"/>
                        <a:buChar char="§"/>
                      </a:pPr>
                      <a:r>
                        <a:rPr lang="en-US" sz="1100" noProof="0" dirty="0"/>
                        <a:t>Visibility and control of spend, transactions on contract</a:t>
                      </a:r>
                      <a:endParaRPr lang="en-US" sz="1100" dirty="0"/>
                    </a:p>
                    <a:p>
                      <a:pPr marL="285750" marR="0" lvl="0" indent="-285750" algn="l" rtl="0">
                        <a:lnSpc>
                          <a:spcPct val="100000"/>
                        </a:lnSpc>
                        <a:spcBef>
                          <a:spcPts val="0"/>
                        </a:spcBef>
                        <a:spcAft>
                          <a:spcPts val="0"/>
                        </a:spcAft>
                        <a:buClr>
                          <a:srgbClr val="F0AB00"/>
                        </a:buClr>
                        <a:buSzPct val="100000"/>
                        <a:buFont typeface="Wingdings" panose="05000000000000000000" pitchFamily="2" charset="2"/>
                        <a:buChar char="§"/>
                      </a:pPr>
                      <a:r>
                        <a:rPr lang="en-US" sz="1100" noProof="0" dirty="0"/>
                        <a:t>Reduce Contract leakage, savings leakage (forecasted vs. realized)</a:t>
                      </a:r>
                      <a:endParaRPr lang="en-US" sz="1100" dirty="0"/>
                    </a:p>
                    <a:p>
                      <a:pPr marL="285750" marR="0" lvl="0" indent="-285750" algn="l" defTabSz="1088776" rtl="0">
                        <a:lnSpc>
                          <a:spcPct val="100000"/>
                        </a:lnSpc>
                        <a:spcBef>
                          <a:spcPts val="0"/>
                        </a:spcBef>
                        <a:spcAft>
                          <a:spcPts val="0"/>
                        </a:spcAft>
                        <a:buClr>
                          <a:srgbClr val="F0AB00"/>
                        </a:buClr>
                        <a:buSzPct val="100000"/>
                        <a:buFont typeface="Wingdings" panose="05000000000000000000" pitchFamily="2" charset="2"/>
                        <a:buChar char="§"/>
                        <a:tabLst/>
                        <a:defRPr/>
                      </a:pPr>
                      <a:endParaRPr lang="en-US" sz="1100" noProof="0" dirty="0"/>
                    </a:p>
                  </a:txBody>
                  <a:tcPr marL="91377" marR="91377" marT="45687" marB="45687" anchor="ctr"/>
                </a:tc>
                <a:tc>
                  <a: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sz="1100" noProof="0" dirty="0"/>
                        <a:t>3 Weeks Ariba Functional SME and 0.5 Weeks Ariba Tech SME Support </a:t>
                      </a:r>
                    </a:p>
                    <a:p>
                      <a:pPr marL="0" lvl="0" indent="0" algn="l" defTabSz="1088776">
                        <a:lnSpc>
                          <a:spcPct val="100000"/>
                        </a:lnSpc>
                        <a:spcBef>
                          <a:spcPts val="0"/>
                        </a:spcBef>
                        <a:spcAft>
                          <a:spcPts val="0"/>
                        </a:spcAft>
                        <a:buNone/>
                        <a:tabLst/>
                        <a:defRPr/>
                      </a:pPr>
                      <a:endParaRPr lang="en-US" sz="1100" noProof="0" dirty="0"/>
                    </a:p>
                  </a:txBody>
                  <a:tcPr marL="91377" marR="91377" marT="45687" marB="45687" anchor="ctr"/>
                </a:tc>
                <a:extLst>
                  <a:ext uri="{0D108BD9-81ED-4DB2-BD59-A6C34878D82A}">
                    <a16:rowId xmlns:a16="http://schemas.microsoft.com/office/drawing/2014/main" val="3857275001"/>
                  </a:ext>
                </a:extLst>
              </a:tr>
            </a:tbl>
          </a:graphicData>
        </a:graphic>
      </p:graphicFrame>
      <p:pic>
        <p:nvPicPr>
          <p:cNvPr id="4" name="Picture 3" descr="A close up of a sign&#10;&#10;Description automatically generated">
            <a:extLst>
              <a:ext uri="{FF2B5EF4-FFF2-40B4-BE49-F238E27FC236}">
                <a16:creationId xmlns:a16="http://schemas.microsoft.com/office/drawing/2014/main" id="{F8AA5568-AEE7-4056-9953-2D65A0926544}"/>
              </a:ext>
            </a:extLst>
          </p:cNvPr>
          <p:cNvPicPr>
            <a:picLocks noChangeAspect="1"/>
          </p:cNvPicPr>
          <p:nvPr/>
        </p:nvPicPr>
        <p:blipFill>
          <a:blip r:embed="rId3"/>
          <a:stretch>
            <a:fillRect/>
          </a:stretch>
        </p:blipFill>
        <p:spPr>
          <a:xfrm>
            <a:off x="134865" y="937757"/>
            <a:ext cx="780027" cy="780027"/>
          </a:xfrm>
          <a:prstGeom prst="rect">
            <a:avLst/>
          </a:prstGeom>
        </p:spPr>
      </p:pic>
      <p:pic>
        <p:nvPicPr>
          <p:cNvPr id="6" name="Picture 5" descr="A close up of a sign&#10;&#10;Description automatically generated">
            <a:extLst>
              <a:ext uri="{FF2B5EF4-FFF2-40B4-BE49-F238E27FC236}">
                <a16:creationId xmlns:a16="http://schemas.microsoft.com/office/drawing/2014/main" id="{89CEB805-CCFA-4D78-8D7C-41872DF99A8E}"/>
              </a:ext>
            </a:extLst>
          </p:cNvPr>
          <p:cNvPicPr>
            <a:picLocks noChangeAspect="1"/>
          </p:cNvPicPr>
          <p:nvPr/>
        </p:nvPicPr>
        <p:blipFill>
          <a:blip r:embed="rId4"/>
          <a:stretch>
            <a:fillRect/>
          </a:stretch>
        </p:blipFill>
        <p:spPr>
          <a:xfrm>
            <a:off x="115755" y="2396219"/>
            <a:ext cx="783025" cy="783025"/>
          </a:xfrm>
          <a:prstGeom prst="rect">
            <a:avLst/>
          </a:prstGeom>
        </p:spPr>
      </p:pic>
      <p:pic>
        <p:nvPicPr>
          <p:cNvPr id="3" name="Picture 2" descr="A close up of a sign&#10;&#10;Description automatically generated">
            <a:extLst>
              <a:ext uri="{FF2B5EF4-FFF2-40B4-BE49-F238E27FC236}">
                <a16:creationId xmlns:a16="http://schemas.microsoft.com/office/drawing/2014/main" id="{FCEE1031-0ED0-448B-A750-3C3F4F609C21}"/>
              </a:ext>
            </a:extLst>
          </p:cNvPr>
          <p:cNvPicPr>
            <a:picLocks noChangeAspect="1"/>
          </p:cNvPicPr>
          <p:nvPr/>
        </p:nvPicPr>
        <p:blipFill>
          <a:blip r:embed="rId5"/>
          <a:stretch>
            <a:fillRect/>
          </a:stretch>
        </p:blipFill>
        <p:spPr>
          <a:xfrm>
            <a:off x="133357" y="3430202"/>
            <a:ext cx="742685" cy="783024"/>
          </a:xfrm>
          <a:prstGeom prst="rect">
            <a:avLst/>
          </a:prstGeom>
        </p:spPr>
      </p:pic>
      <p:pic>
        <p:nvPicPr>
          <p:cNvPr id="5" name="Picture 4" descr="A close up of a sign&#10;&#10;Description automatically generated">
            <a:extLst>
              <a:ext uri="{FF2B5EF4-FFF2-40B4-BE49-F238E27FC236}">
                <a16:creationId xmlns:a16="http://schemas.microsoft.com/office/drawing/2014/main" id="{9DCF84F5-DB53-45E4-AE31-875A1467D84C}"/>
              </a:ext>
            </a:extLst>
          </p:cNvPr>
          <p:cNvPicPr>
            <a:picLocks noChangeAspect="1"/>
          </p:cNvPicPr>
          <p:nvPr/>
        </p:nvPicPr>
        <p:blipFill>
          <a:blip r:embed="rId6"/>
          <a:stretch>
            <a:fillRect/>
          </a:stretch>
        </p:blipFill>
        <p:spPr>
          <a:xfrm>
            <a:off x="109123" y="4423401"/>
            <a:ext cx="780028" cy="780028"/>
          </a:xfrm>
          <a:prstGeom prst="rect">
            <a:avLst/>
          </a:prstGeom>
        </p:spPr>
      </p:pic>
      <p:pic>
        <p:nvPicPr>
          <p:cNvPr id="9" name="Picture 8">
            <a:extLst>
              <a:ext uri="{FF2B5EF4-FFF2-40B4-BE49-F238E27FC236}">
                <a16:creationId xmlns:a16="http://schemas.microsoft.com/office/drawing/2014/main" id="{94653B5C-FC20-473D-A1F9-F66703359821}"/>
              </a:ext>
            </a:extLst>
          </p:cNvPr>
          <p:cNvPicPr>
            <a:picLocks noChangeAspect="1"/>
          </p:cNvPicPr>
          <p:nvPr/>
        </p:nvPicPr>
        <p:blipFill>
          <a:blip r:embed="rId7"/>
          <a:stretch>
            <a:fillRect/>
          </a:stretch>
        </p:blipFill>
        <p:spPr>
          <a:xfrm>
            <a:off x="109122" y="5492343"/>
            <a:ext cx="780028" cy="780028"/>
          </a:xfrm>
          <a:prstGeom prst="rect">
            <a:avLst/>
          </a:prstGeom>
        </p:spPr>
      </p:pic>
      <p:sp>
        <p:nvSpPr>
          <p:cNvPr id="10" name="TextBox 9">
            <a:extLst>
              <a:ext uri="{FF2B5EF4-FFF2-40B4-BE49-F238E27FC236}">
                <a16:creationId xmlns:a16="http://schemas.microsoft.com/office/drawing/2014/main" id="{FF350C3B-12DF-4FB3-AF00-E269383220D4}"/>
              </a:ext>
            </a:extLst>
          </p:cNvPr>
          <p:cNvSpPr txBox="1"/>
          <p:nvPr/>
        </p:nvSpPr>
        <p:spPr>
          <a:xfrm>
            <a:off x="3431715" y="6657690"/>
            <a:ext cx="7841891" cy="153852"/>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1000" kern="0" dirty="0">
                <a:ea typeface="Arial Unicode MS" pitchFamily="34" charset="-128"/>
                <a:cs typeface="Arial Unicode MS" pitchFamily="34" charset="-128"/>
              </a:rPr>
              <a:t>*Subject to further scope confirmation meeting before contracting  </a:t>
            </a:r>
          </a:p>
        </p:txBody>
      </p:sp>
    </p:spTree>
    <p:extLst>
      <p:ext uri="{BB962C8B-B14F-4D97-AF65-F5344CB8AC3E}">
        <p14:creationId xmlns:p14="http://schemas.microsoft.com/office/powerpoint/2010/main" val="3031029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12524" y="240113"/>
            <a:ext cx="11183887" cy="369333"/>
          </a:xfrm>
        </p:spPr>
        <p:txBody>
          <a:bodyPr vert="horz" wrap="square" lIns="0" tIns="0" rIns="0" bIns="0" rtlCol="0" anchor="ctr" anchorCtr="0">
            <a:noAutofit/>
          </a:bodyPr>
          <a:lstStyle/>
          <a:p>
            <a:r>
              <a:rPr lang="en-US" dirty="0">
                <a:latin typeface="+mn-lt"/>
              </a:rPr>
              <a:t>Summary Findings – </a:t>
            </a:r>
            <a:r>
              <a:rPr lang="en-US" dirty="0">
                <a:solidFill>
                  <a:schemeClr val="accent4"/>
                </a:solidFill>
                <a:latin typeface="+mn-lt"/>
              </a:rPr>
              <a:t>Short Term (0-3 Months)</a:t>
            </a:r>
            <a:endParaRPr lang="en-US" dirty="0">
              <a:solidFill>
                <a:schemeClr val="accent3">
                  <a:lumMod val="75000"/>
                </a:schemeClr>
              </a:solidFill>
              <a:latin typeface="+mn-lt"/>
            </a:endParaRPr>
          </a:p>
        </p:txBody>
      </p:sp>
      <p:graphicFrame>
        <p:nvGraphicFramePr>
          <p:cNvPr id="2" name="Table 1"/>
          <p:cNvGraphicFramePr>
            <a:graphicFrameLocks noGrp="1"/>
          </p:cNvGraphicFramePr>
          <p:nvPr/>
        </p:nvGraphicFramePr>
        <p:xfrm>
          <a:off x="411885" y="1199651"/>
          <a:ext cx="11184524" cy="5287578"/>
        </p:xfrm>
        <a:graphic>
          <a:graphicData uri="http://schemas.openxmlformats.org/drawingml/2006/table">
            <a:tbl>
              <a:tblPr firstRow="1" bandRow="1">
                <a:tableStyleId>{2D5ABB26-0587-4C30-8999-92F81FD0307C}</a:tableStyleId>
              </a:tblPr>
              <a:tblGrid>
                <a:gridCol w="2424229">
                  <a:extLst>
                    <a:ext uri="{9D8B030D-6E8A-4147-A177-3AD203B41FA5}">
                      <a16:colId xmlns:a16="http://schemas.microsoft.com/office/drawing/2014/main" val="2514333653"/>
                    </a:ext>
                  </a:extLst>
                </a:gridCol>
                <a:gridCol w="3650391">
                  <a:extLst>
                    <a:ext uri="{9D8B030D-6E8A-4147-A177-3AD203B41FA5}">
                      <a16:colId xmlns:a16="http://schemas.microsoft.com/office/drawing/2014/main" val="1622332421"/>
                    </a:ext>
                  </a:extLst>
                </a:gridCol>
                <a:gridCol w="2554952">
                  <a:extLst>
                    <a:ext uri="{9D8B030D-6E8A-4147-A177-3AD203B41FA5}">
                      <a16:colId xmlns:a16="http://schemas.microsoft.com/office/drawing/2014/main" val="3360490663"/>
                    </a:ext>
                  </a:extLst>
                </a:gridCol>
                <a:gridCol w="2554952">
                  <a:extLst>
                    <a:ext uri="{9D8B030D-6E8A-4147-A177-3AD203B41FA5}">
                      <a16:colId xmlns:a16="http://schemas.microsoft.com/office/drawing/2014/main" val="4137027760"/>
                    </a:ext>
                  </a:extLst>
                </a:gridCol>
              </a:tblGrid>
              <a:tr h="395626">
                <a:tc>
                  <a:txBody>
                    <a:bodyPr/>
                    <a:lstStyle/>
                    <a:p>
                      <a:r>
                        <a:rPr lang="en-AU" sz="1600" b="1" dirty="0">
                          <a:solidFill>
                            <a:schemeClr val="bg1"/>
                          </a:solidFill>
                        </a:rPr>
                        <a:t>Opportunities </a:t>
                      </a:r>
                    </a:p>
                  </a:txBody>
                  <a:tcPr marL="91419" marR="91419" marT="45709" marB="45709">
                    <a:lnB w="12700" cap="flat" cmpd="sng" algn="ctr">
                      <a:solidFill>
                        <a:schemeClr val="tx1"/>
                      </a:solidFill>
                      <a:prstDash val="solid"/>
                      <a:round/>
                      <a:headEnd type="none" w="med" len="med"/>
                      <a:tailEnd type="none" w="med" len="med"/>
                    </a:lnB>
                    <a:solidFill>
                      <a:schemeClr val="accent4"/>
                    </a:solidFill>
                  </a:tcPr>
                </a:tc>
                <a:tc>
                  <a:txBody>
                    <a:bodyPr/>
                    <a:lstStyle/>
                    <a:p>
                      <a:r>
                        <a:rPr lang="en-AU" sz="1600" b="1" dirty="0">
                          <a:solidFill>
                            <a:schemeClr val="bg1"/>
                          </a:solidFill>
                        </a:rPr>
                        <a:t>Recommendations</a:t>
                      </a:r>
                    </a:p>
                  </a:txBody>
                  <a:tcPr marL="91419" marR="91419" marT="45709" marB="45709">
                    <a:lnB w="12700" cap="flat" cmpd="sng" algn="ctr">
                      <a:solidFill>
                        <a:schemeClr val="tx1"/>
                      </a:solidFill>
                      <a:prstDash val="solid"/>
                      <a:round/>
                      <a:headEnd type="none" w="med" len="med"/>
                      <a:tailEnd type="none" w="med" len="med"/>
                    </a:lnB>
                    <a:solidFill>
                      <a:schemeClr val="accent4"/>
                    </a:solidFill>
                  </a:tcPr>
                </a:tc>
                <a:tc>
                  <a:txBody>
                    <a:bodyPr/>
                    <a:lstStyle/>
                    <a:p>
                      <a:r>
                        <a:rPr lang="en-AU" sz="1600" b="1" dirty="0">
                          <a:solidFill>
                            <a:schemeClr val="bg1"/>
                          </a:solidFill>
                        </a:rPr>
                        <a:t>Benefits</a:t>
                      </a:r>
                    </a:p>
                  </a:txBody>
                  <a:tcPr marL="91419" marR="91419" marT="45709" marB="45709">
                    <a:lnB w="12700" cap="flat" cmpd="sng" algn="ctr">
                      <a:solidFill>
                        <a:schemeClr val="tx1"/>
                      </a:solidFill>
                      <a:prstDash val="solid"/>
                      <a:round/>
                      <a:headEnd type="none" w="med" len="med"/>
                      <a:tailEnd type="none" w="med" len="med"/>
                    </a:lnB>
                    <a:solidFill>
                      <a:schemeClr val="accent4"/>
                    </a:solidFill>
                  </a:tcPr>
                </a:tc>
                <a:tc>
                  <a:txBody>
                    <a:bodyPr/>
                    <a:lstStyle/>
                    <a:p>
                      <a:pPr lvl="0">
                        <a:buNone/>
                      </a:pPr>
                      <a:r>
                        <a:rPr lang="en-AU" sz="1600" b="1" dirty="0">
                          <a:solidFill>
                            <a:schemeClr val="bg1"/>
                          </a:solidFill>
                        </a:rPr>
                        <a:t>Value Driver</a:t>
                      </a:r>
                    </a:p>
                  </a:txBody>
                  <a:tcPr marL="91419" marR="91419" marT="45709" marB="45709">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487290898"/>
                  </a:ext>
                </a:extLst>
              </a:tr>
              <a:tr h="1264627">
                <a:tc>
                  <a:txBody>
                    <a:bodyPr/>
                    <a:lstStyle/>
                    <a:p>
                      <a:pPr marL="0" marR="0" lvl="0" indent="0" algn="l" defTabSz="1088558" rtl="0" eaLnBrk="1" fontAlgn="ctr" latinLnBrk="0" hangingPunct="1">
                        <a:lnSpc>
                          <a:spcPct val="100000"/>
                        </a:lnSpc>
                        <a:spcBef>
                          <a:spcPts val="0"/>
                        </a:spcBef>
                        <a:spcAft>
                          <a:spcPts val="0"/>
                        </a:spcAft>
                        <a:buClr>
                          <a:schemeClr val="accent1"/>
                        </a:buClr>
                        <a:buSzPct val="100000"/>
                        <a:buFontTx/>
                        <a:buNone/>
                        <a:tabLst/>
                        <a:defRPr/>
                      </a:pPr>
                      <a:r>
                        <a:rPr lang="en-US" sz="1100" b="0" kern="1200" dirty="0">
                          <a:solidFill>
                            <a:schemeClr val="tx1"/>
                          </a:solidFill>
                          <a:latin typeface="+mn-lt"/>
                          <a:ea typeface="+mn-ea"/>
                          <a:cs typeface="+mn-cs"/>
                        </a:rPr>
                        <a:t>Develop Sourcing Category Strategy and link it to Buy Channel supplier enablement</a:t>
                      </a:r>
                    </a:p>
                  </a:txBody>
                  <a:tcPr marL="4762" marR="4762" marT="476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Clr>
                          <a:schemeClr val="accent1"/>
                        </a:buClr>
                        <a:buSzPct val="100000"/>
                        <a:buFont typeface="Wingdings" panose="05000000000000000000" pitchFamily="2" charset="2"/>
                        <a:buNone/>
                      </a:pPr>
                      <a:r>
                        <a:rPr lang="en-US" sz="1100" kern="0" noProof="0" dirty="0">
                          <a:solidFill>
                            <a:srgbClr val="000000"/>
                          </a:solidFill>
                          <a:latin typeface="Arial" panose="020B0604020202020204" pitchFamily="34" charset="0"/>
                          <a:ea typeface="Arial Unicode MS" pitchFamily="34" charset="-128"/>
                          <a:cs typeface="Arial" panose="020B0604020202020204" pitchFamily="34" charset="0"/>
                        </a:rPr>
                        <a:t>Document and Publish Category &amp; Buy Channel Strategies</a:t>
                      </a:r>
                    </a:p>
                    <a:p>
                      <a:pPr marL="228600" indent="-228600">
                        <a:buClr>
                          <a:schemeClr val="accent1"/>
                        </a:buClr>
                        <a:buSzPct val="100000"/>
                        <a:buFont typeface="Arial" panose="020B0604020202020204" pitchFamily="34" charset="0"/>
                        <a:buChar char="•"/>
                      </a:pPr>
                      <a:r>
                        <a:rPr lang="en-US" sz="1100" kern="0" noProof="0" dirty="0">
                          <a:solidFill>
                            <a:srgbClr val="000000"/>
                          </a:solidFill>
                          <a:latin typeface="Arial" panose="020B0604020202020204" pitchFamily="34" charset="0"/>
                          <a:ea typeface="Arial Unicode MS" pitchFamily="34" charset="-128"/>
                          <a:cs typeface="Arial" panose="020B0604020202020204" pitchFamily="34" charset="0"/>
                        </a:rPr>
                        <a:t>Align Category Knowledge to sourcing strategy </a:t>
                      </a:r>
                    </a:p>
                    <a:p>
                      <a:pPr marL="228600" indent="-228600">
                        <a:buClr>
                          <a:schemeClr val="accent1"/>
                        </a:buClr>
                        <a:buSzPct val="100000"/>
                        <a:buFont typeface="Arial" panose="020B0604020202020204" pitchFamily="34" charset="0"/>
                        <a:buChar char="•"/>
                      </a:pPr>
                      <a:r>
                        <a:rPr lang="en-US" sz="1100" kern="0" noProof="0" dirty="0">
                          <a:solidFill>
                            <a:srgbClr val="000000"/>
                          </a:solidFill>
                          <a:latin typeface="Arial" panose="020B0604020202020204" pitchFamily="34" charset="0"/>
                          <a:ea typeface="Arial Unicode MS" pitchFamily="34" charset="-128"/>
                          <a:cs typeface="Arial" panose="020B0604020202020204" pitchFamily="34" charset="0"/>
                        </a:rPr>
                        <a:t>Expand this into operationalizing the spend by linking categories of spend with the Buy Chanel Strategy</a:t>
                      </a:r>
                    </a:p>
                    <a:p>
                      <a:pPr marL="228600" indent="-228600">
                        <a:buClr>
                          <a:schemeClr val="accent1"/>
                        </a:buClr>
                        <a:buSzPct val="100000"/>
                        <a:buFont typeface="Wingdings" panose="05000000000000000000" pitchFamily="2" charset="2"/>
                        <a:buAutoNum type="arabicPeriod"/>
                      </a:pPr>
                      <a:endParaRPr lang="en-US" sz="1100" kern="0" noProof="0" dirty="0">
                        <a:solidFill>
                          <a:srgbClr val="000000"/>
                        </a:solidFill>
                        <a:latin typeface="Arial" panose="020B0604020202020204" pitchFamily="34" charset="0"/>
                        <a:ea typeface="Arial Unicode MS" pitchFamily="34" charset="-128"/>
                        <a:cs typeface="Arial" panose="020B0604020202020204" pitchFamily="34" charset="0"/>
                      </a:endParaRP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82563" lvl="1" indent="-171450" algn="l" defTabSz="1088776" rtl="0" eaLnBrk="1" fontAlgn="base" latinLnBrk="0" hangingPunct="1">
                        <a:spcBef>
                          <a:spcPts val="300"/>
                        </a:spcBef>
                        <a:spcAft>
                          <a:spcPct val="0"/>
                        </a:spcAft>
                        <a:buClr>
                          <a:srgbClr val="F0AB00"/>
                        </a:buClr>
                        <a:buSzPct val="80000"/>
                        <a:buFont typeface="Arial" panose="020B0604020202020204" pitchFamily="34" charset="0"/>
                        <a:buChar char="•"/>
                      </a:pPr>
                      <a:r>
                        <a:rPr lang="en-AU" sz="1100" kern="0" dirty="0">
                          <a:solidFill>
                            <a:srgbClr val="000000"/>
                          </a:solidFill>
                          <a:latin typeface="Arial" panose="020B0604020202020204" pitchFamily="34" charset="0"/>
                          <a:ea typeface="Arial Unicode MS" pitchFamily="34" charset="-128"/>
                          <a:cs typeface="Arial" panose="020B0604020202020204" pitchFamily="34" charset="0"/>
                        </a:rPr>
                        <a:t>Proactive management of spend categories </a:t>
                      </a:r>
                    </a:p>
                    <a:p>
                      <a:pPr marL="182563" lvl="1" indent="-171450" algn="l" defTabSz="1088776" rtl="0" eaLnBrk="1" fontAlgn="base" latinLnBrk="0" hangingPunct="1">
                        <a:spcBef>
                          <a:spcPts val="300"/>
                        </a:spcBef>
                        <a:spcAft>
                          <a:spcPct val="0"/>
                        </a:spcAft>
                        <a:buClr>
                          <a:srgbClr val="F0AB00"/>
                        </a:buClr>
                        <a:buSzPct val="80000"/>
                        <a:buFont typeface="Arial" panose="020B0604020202020204" pitchFamily="34" charset="0"/>
                        <a:buChar char="•"/>
                      </a:pPr>
                      <a:r>
                        <a:rPr lang="en-AU" sz="1100" kern="0" dirty="0">
                          <a:solidFill>
                            <a:srgbClr val="000000"/>
                          </a:solidFill>
                          <a:latin typeface="Arial" panose="020B0604020202020204" pitchFamily="34" charset="0"/>
                          <a:ea typeface="Arial Unicode MS" pitchFamily="34" charset="-128"/>
                          <a:cs typeface="Arial" panose="020B0604020202020204" pitchFamily="34" charset="0"/>
                        </a:rPr>
                        <a:t>Utilize the correct channels as they were originally designed</a:t>
                      </a:r>
                    </a:p>
                    <a:p>
                      <a:pPr marL="182563" lvl="1" indent="-171450" algn="l" defTabSz="1088776" rtl="0" eaLnBrk="1" fontAlgn="base" latinLnBrk="0" hangingPunct="1">
                        <a:spcBef>
                          <a:spcPts val="300"/>
                        </a:spcBef>
                        <a:spcAft>
                          <a:spcPct val="0"/>
                        </a:spcAft>
                        <a:buClr>
                          <a:srgbClr val="F0AB00"/>
                        </a:buClr>
                        <a:buSzPct val="80000"/>
                        <a:buFont typeface="Arial" panose="020B0604020202020204" pitchFamily="34" charset="0"/>
                        <a:buChar char="•"/>
                      </a:pPr>
                      <a:r>
                        <a:rPr lang="en-AU" sz="1100" kern="0" dirty="0">
                          <a:solidFill>
                            <a:srgbClr val="000000"/>
                          </a:solidFill>
                          <a:latin typeface="Arial" panose="020B0604020202020204" pitchFamily="34" charset="0"/>
                          <a:ea typeface="Arial Unicode MS" pitchFamily="34" charset="-128"/>
                          <a:cs typeface="Arial" panose="020B0604020202020204" pitchFamily="34" charset="0"/>
                        </a:rPr>
                        <a:t>Reduce administrative overhead </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lvl="0" indent="-171450" algn="l">
                        <a:lnSpc>
                          <a:spcPct val="100000"/>
                        </a:lnSpc>
                        <a:spcBef>
                          <a:spcPts val="0"/>
                        </a:spcBef>
                        <a:spcAft>
                          <a:spcPts val="0"/>
                        </a:spcAft>
                        <a:buFont typeface="Arial"/>
                        <a:buChar char="•"/>
                      </a:pPr>
                      <a:r>
                        <a:rPr lang="en-US" sz="1100" b="0" kern="1200" noProof="0" dirty="0">
                          <a:solidFill>
                            <a:schemeClr val="tx1"/>
                          </a:solidFill>
                          <a:latin typeface="+mn-lt"/>
                          <a:ea typeface="+mn-ea"/>
                          <a:cs typeface="+mn-cs"/>
                        </a:rPr>
                        <a:t>Process </a:t>
                      </a:r>
                      <a:r>
                        <a:rPr lang="en-US" sz="1100" b="0" i="0" u="none" strike="noStrike" kern="1200" noProof="0" dirty="0">
                          <a:solidFill>
                            <a:srgbClr val="000000"/>
                          </a:solidFill>
                          <a:latin typeface="Arial"/>
                        </a:rPr>
                        <a:t>Efficiency</a:t>
                      </a:r>
                      <a:endParaRPr lang="en-US" sz="1100" b="0" kern="1200" noProof="0" dirty="0">
                        <a:solidFill>
                          <a:schemeClr val="tx1"/>
                        </a:solidFill>
                        <a:latin typeface="+mn-lt"/>
                        <a:ea typeface="+mn-ea"/>
                        <a:cs typeface="+mn-cs"/>
                      </a:endParaRP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9762255"/>
                  </a:ext>
                </a:extLst>
              </a:tr>
              <a:tr h="929425">
                <a:tc>
                  <a:txBody>
                    <a:bodyPr/>
                    <a:lstStyle/>
                    <a:p>
                      <a:pPr marL="0" marR="0" lvl="0" indent="0" algn="l" defTabSz="1088558" rtl="0" eaLnBrk="1" fontAlgn="ctr" latinLnBrk="0" hangingPunct="1">
                        <a:lnSpc>
                          <a:spcPct val="100000"/>
                        </a:lnSpc>
                        <a:spcBef>
                          <a:spcPts val="0"/>
                        </a:spcBef>
                        <a:spcAft>
                          <a:spcPts val="0"/>
                        </a:spcAft>
                        <a:buClr>
                          <a:schemeClr val="accent1"/>
                        </a:buClr>
                        <a:buSzPct val="100000"/>
                        <a:buFontTx/>
                        <a:buNone/>
                        <a:tabLst/>
                        <a:defRPr/>
                      </a:pPr>
                      <a:r>
                        <a:rPr lang="en-US" sz="1100" b="0" kern="1200" dirty="0">
                          <a:solidFill>
                            <a:schemeClr val="tx1"/>
                          </a:solidFill>
                          <a:latin typeface="+mn-lt"/>
                          <a:ea typeface="+mn-ea"/>
                          <a:cs typeface="+mn-cs"/>
                        </a:rPr>
                        <a:t>Develop Value Dashboard </a:t>
                      </a:r>
                    </a:p>
                    <a:p>
                      <a:pPr marL="0" marR="0" lvl="0" indent="0" algn="l" defTabSz="1088558" rtl="0" eaLnBrk="1" fontAlgn="ctr" latinLnBrk="0" hangingPunct="1">
                        <a:lnSpc>
                          <a:spcPct val="100000"/>
                        </a:lnSpc>
                        <a:spcBef>
                          <a:spcPts val="0"/>
                        </a:spcBef>
                        <a:spcAft>
                          <a:spcPts val="0"/>
                        </a:spcAft>
                        <a:buClr>
                          <a:schemeClr val="accent1"/>
                        </a:buClr>
                        <a:buSzPct val="100000"/>
                        <a:buFontTx/>
                        <a:buNone/>
                        <a:tabLst/>
                        <a:defRPr/>
                      </a:pPr>
                      <a:endParaRPr lang="en-US" sz="1100" b="0" kern="1200" dirty="0">
                        <a:solidFill>
                          <a:schemeClr val="tx1"/>
                        </a:solidFill>
                        <a:latin typeface="+mn-lt"/>
                        <a:ea typeface="+mn-ea"/>
                        <a:cs typeface="+mn-cs"/>
                      </a:endParaRPr>
                    </a:p>
                  </a:txBody>
                  <a:tcPr marL="4762" marR="4762" marT="476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Font typeface="Arial" panose="020B0604020202020204" pitchFamily="34" charset="0"/>
                        <a:buNone/>
                      </a:pPr>
                      <a:r>
                        <a:rPr lang="en-US" sz="1100" kern="1200" dirty="0">
                          <a:solidFill>
                            <a:schemeClr val="dk1"/>
                          </a:solidFill>
                          <a:latin typeface="+mn-lt"/>
                          <a:ea typeface="+mn-ea"/>
                          <a:cs typeface="+mn-cs"/>
                        </a:rPr>
                        <a:t> Leverage pre-packaged reports to monitor key Contract metrics as contracts are loaded (expirations, renewals, Contract amounts by category)</a:t>
                      </a:r>
                    </a:p>
                    <a:p>
                      <a:pPr marL="0" indent="0" algn="l">
                        <a:buFont typeface="Arial" panose="020B0604020202020204" pitchFamily="34" charset="0"/>
                        <a:buNone/>
                      </a:pPr>
                      <a:r>
                        <a:rPr lang="en-US" sz="1100" kern="1200" dirty="0">
                          <a:solidFill>
                            <a:schemeClr val="dk1"/>
                          </a:solidFill>
                          <a:latin typeface="+mn-lt"/>
                          <a:ea typeface="+mn-ea"/>
                          <a:cs typeface="+mn-cs"/>
                        </a:rPr>
                        <a:t>▪ Utilize Dashboard capability of Sourcing Pipeline, Contract data and spend for leadership visibility</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9388" marR="0" lvl="1" indent="-168275" algn="l" defTabSz="1088776" rtl="0" eaLnBrk="1" fontAlgn="base" latinLnBrk="0" hangingPunct="1">
                        <a:lnSpc>
                          <a:spcPct val="100000"/>
                        </a:lnSpc>
                        <a:spcBef>
                          <a:spcPts val="0"/>
                        </a:spcBef>
                        <a:spcAft>
                          <a:spcPct val="0"/>
                        </a:spcAft>
                        <a:buClr>
                          <a:srgbClr val="F0AB00"/>
                        </a:buClr>
                        <a:buSzPct val="80000"/>
                        <a:buFont typeface="wingdings"/>
                        <a:buChar char=""/>
                        <a:tabLst/>
                        <a:defRPr/>
                      </a:pPr>
                      <a:r>
                        <a:rPr lang="en-US" sz="1100" kern="0" noProof="0" dirty="0">
                          <a:solidFill>
                            <a:srgbClr val="000000"/>
                          </a:solidFill>
                          <a:latin typeface="Arial" panose="020B0604020202020204" pitchFamily="34" charset="0"/>
                          <a:ea typeface="Arial Unicode MS" pitchFamily="34" charset="-128"/>
                          <a:cs typeface="Arial" panose="020B0604020202020204" pitchFamily="34" charset="0"/>
                        </a:rPr>
                        <a:t>Improve User Experience</a:t>
                      </a:r>
                    </a:p>
                    <a:p>
                      <a:pPr marL="179388" marR="0" lvl="1" indent="-168275" algn="l" defTabSz="1088776" rtl="0" eaLnBrk="1" fontAlgn="base" latinLnBrk="0" hangingPunct="1">
                        <a:lnSpc>
                          <a:spcPct val="100000"/>
                        </a:lnSpc>
                        <a:spcBef>
                          <a:spcPts val="0"/>
                        </a:spcBef>
                        <a:spcAft>
                          <a:spcPct val="0"/>
                        </a:spcAft>
                        <a:buClr>
                          <a:srgbClr val="F0AB00"/>
                        </a:buClr>
                        <a:buSzPct val="80000"/>
                        <a:buFont typeface="wingdings"/>
                        <a:buChar char=""/>
                        <a:tabLst/>
                        <a:defRPr/>
                      </a:pPr>
                      <a:r>
                        <a:rPr lang="en-US" sz="1100" kern="0" noProof="0" dirty="0">
                          <a:solidFill>
                            <a:srgbClr val="000000"/>
                          </a:solidFill>
                          <a:latin typeface="Arial" panose="020B0604020202020204" pitchFamily="34" charset="0"/>
                          <a:ea typeface="Arial Unicode MS" pitchFamily="34" charset="-128"/>
                          <a:cs typeface="Arial" panose="020B0604020202020204" pitchFamily="34" charset="0"/>
                        </a:rPr>
                        <a:t>One stop shop for Reporting needs</a:t>
                      </a:r>
                    </a:p>
                    <a:p>
                      <a:pPr marL="179388" marR="0" lvl="1" indent="-168275" algn="l" defTabSz="1088776" rtl="0" eaLnBrk="1" fontAlgn="base" latinLnBrk="0" hangingPunct="1">
                        <a:lnSpc>
                          <a:spcPct val="100000"/>
                        </a:lnSpc>
                        <a:spcBef>
                          <a:spcPts val="0"/>
                        </a:spcBef>
                        <a:spcAft>
                          <a:spcPct val="0"/>
                        </a:spcAft>
                        <a:buClr>
                          <a:srgbClr val="F0AB00"/>
                        </a:buClr>
                        <a:buSzPct val="80000"/>
                        <a:buFont typeface="wingdings"/>
                        <a:buChar char=""/>
                        <a:tabLst/>
                        <a:defRPr/>
                      </a:pPr>
                      <a:r>
                        <a:rPr lang="en-US" sz="1100" kern="0" noProof="0" dirty="0">
                          <a:solidFill>
                            <a:srgbClr val="000000"/>
                          </a:solidFill>
                          <a:latin typeface="Arial" panose="020B0604020202020204" pitchFamily="34" charset="0"/>
                          <a:ea typeface="Arial Unicode MS" pitchFamily="34" charset="-128"/>
                          <a:cs typeface="Arial" panose="020B0604020202020204" pitchFamily="34" charset="0"/>
                        </a:rPr>
                        <a:t>Track Value enablement </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82245" lvl="1" indent="-171450" algn="l">
                        <a:lnSpc>
                          <a:spcPct val="100000"/>
                        </a:lnSpc>
                        <a:spcBef>
                          <a:spcPts val="0"/>
                        </a:spcBef>
                        <a:spcAft>
                          <a:spcPct val="0"/>
                        </a:spcAft>
                        <a:buFont typeface="wingdings"/>
                        <a:buChar char=""/>
                      </a:pPr>
                      <a:r>
                        <a:rPr lang="en-US" sz="1100" kern="0" noProof="0" dirty="0">
                          <a:solidFill>
                            <a:srgbClr val="000000"/>
                          </a:solidFill>
                          <a:latin typeface="Arial"/>
                          <a:ea typeface="Arial Unicode MS"/>
                          <a:cs typeface="Arial"/>
                        </a:rPr>
                        <a:t>Process </a:t>
                      </a:r>
                      <a:r>
                        <a:rPr lang="en-US" sz="1100" b="0" i="0" u="none" strike="noStrike" kern="0" noProof="0" dirty="0">
                          <a:solidFill>
                            <a:srgbClr val="000000"/>
                          </a:solidFill>
                          <a:latin typeface="Arial"/>
                        </a:rPr>
                        <a:t>Efficiency</a:t>
                      </a:r>
                      <a:endParaRPr lang="en-US" sz="1100" kern="0" noProof="0" dirty="0">
                        <a:solidFill>
                          <a:srgbClr val="000000"/>
                        </a:solidFill>
                        <a:latin typeface="Arial"/>
                        <a:ea typeface="Arial Unicode MS"/>
                        <a:cs typeface="Arial"/>
                      </a:endParaRP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7903638"/>
                  </a:ext>
                </a:extLst>
              </a:tr>
              <a:tr h="1264627">
                <a:tc>
                  <a:txBody>
                    <a:bodyPr/>
                    <a:lstStyle/>
                    <a:p>
                      <a:pPr marL="0" marR="0" lvl="0" indent="0" algn="l" defTabSz="1088558" rtl="0" eaLnBrk="1" fontAlgn="ctr" latinLnBrk="0" hangingPunct="1">
                        <a:lnSpc>
                          <a:spcPct val="100000"/>
                        </a:lnSpc>
                        <a:spcBef>
                          <a:spcPts val="0"/>
                        </a:spcBef>
                        <a:spcAft>
                          <a:spcPts val="0"/>
                        </a:spcAft>
                        <a:buClr>
                          <a:schemeClr val="accent1"/>
                        </a:buClr>
                        <a:buSzPct val="100000"/>
                        <a:buFontTx/>
                        <a:buNone/>
                        <a:tabLst/>
                        <a:defRPr/>
                      </a:pPr>
                      <a:r>
                        <a:rPr lang="en-US" sz="1100" b="0" kern="1200" dirty="0">
                          <a:solidFill>
                            <a:schemeClr val="tx1"/>
                          </a:solidFill>
                          <a:latin typeface="+mn-lt"/>
                          <a:ea typeface="+mn-ea"/>
                          <a:cs typeface="+mn-cs"/>
                        </a:rPr>
                        <a:t>eSignature Enablement in Ariba using DocuSign</a:t>
                      </a:r>
                    </a:p>
                  </a:txBody>
                  <a:tcPr marL="4762" marR="4762" marT="476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defTabSz="1088558" rtl="0" eaLnBrk="1" fontAlgn="ctr" latinLnBrk="0" hangingPunct="1">
                        <a:buClr>
                          <a:schemeClr val="accent1"/>
                        </a:buClr>
                        <a:buSzPct val="100000"/>
                        <a:buFontTx/>
                        <a:buNone/>
                      </a:pPr>
                      <a:r>
                        <a:rPr lang="en-US" sz="1100" b="0" kern="1200" noProof="0" dirty="0">
                          <a:solidFill>
                            <a:schemeClr val="tx1"/>
                          </a:solidFill>
                          <a:latin typeface="+mn-lt"/>
                          <a:ea typeface="+mn-ea"/>
                          <a:cs typeface="+mn-cs"/>
                        </a:rPr>
                        <a:t>Signature Task (using DocuSign) </a:t>
                      </a:r>
                    </a:p>
                    <a:p>
                      <a:pPr marL="0" lvl="0" indent="0" algn="l">
                        <a:buFontTx/>
                        <a:buNone/>
                      </a:pPr>
                      <a:r>
                        <a:rPr lang="en-US" sz="1100" b="0" kern="1200" noProof="0" dirty="0">
                          <a:solidFill>
                            <a:schemeClr val="tx1"/>
                          </a:solidFill>
                          <a:latin typeface="+mn-lt"/>
                          <a:ea typeface="+mn-ea"/>
                          <a:cs typeface="+mn-cs"/>
                        </a:rPr>
                        <a:t>DocuSign and SAP have partnered in delivering preconfigured and scalable integration features between Contract Management and DocuSign. Transfer finalized contracts from Contracts to DocuSign with signature blocks that automatically are placed in the correct location. </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eaLnBrk="1" fontAlgn="ctr" latinLnBrk="0" hangingPunct="1">
                        <a:lnSpc>
                          <a:spcPct val="100000"/>
                        </a:lnSpc>
                        <a:spcBef>
                          <a:spcPts val="0"/>
                        </a:spcBef>
                        <a:spcAft>
                          <a:spcPts val="0"/>
                        </a:spcAft>
                        <a:buClr>
                          <a:schemeClr val="accent1"/>
                        </a:buClr>
                        <a:buSzPct val="100000"/>
                        <a:buFont typeface="Arial" panose="020B0604020202020204" pitchFamily="34" charset="0"/>
                        <a:buChar char="•"/>
                      </a:pPr>
                      <a:r>
                        <a:rPr lang="en-US" sz="1100" b="0" i="0" u="none" strike="noStrike" kern="1200" noProof="0" dirty="0"/>
                        <a:t> Easy to use and implement</a:t>
                      </a:r>
                      <a:endParaRPr lang="en-US" sz="1100" b="0" kern="1200" noProof="0" dirty="0">
                        <a:solidFill>
                          <a:schemeClr val="tx1"/>
                        </a:solidFill>
                        <a:latin typeface="+mn-lt"/>
                        <a:ea typeface="+mn-ea"/>
                        <a:cs typeface="+mn-cs"/>
                      </a:endParaRPr>
                    </a:p>
                    <a:p>
                      <a:pPr marL="0" lvl="0" indent="0" algn="l">
                        <a:lnSpc>
                          <a:spcPct val="100000"/>
                        </a:lnSpc>
                        <a:spcBef>
                          <a:spcPts val="0"/>
                        </a:spcBef>
                        <a:spcAft>
                          <a:spcPts val="0"/>
                        </a:spcAft>
                        <a:buClr>
                          <a:srgbClr val="F0AB00"/>
                        </a:buClr>
                        <a:buSzPct val="100000"/>
                        <a:buFont typeface="Arial" panose="020B0604020202020204" pitchFamily="34" charset="0"/>
                        <a:buChar char="•"/>
                      </a:pPr>
                      <a:r>
                        <a:rPr lang="en-US" sz="1100" b="0" i="0" u="none" strike="noStrike" kern="1200" noProof="0" dirty="0"/>
                        <a:t> Scalable solution and processes</a:t>
                      </a:r>
                      <a:endParaRPr lang="en-US" sz="2100" dirty="0"/>
                    </a:p>
                    <a:p>
                      <a:pPr marL="0" lvl="0" indent="0" algn="l">
                        <a:lnSpc>
                          <a:spcPct val="100000"/>
                        </a:lnSpc>
                        <a:spcBef>
                          <a:spcPts val="0"/>
                        </a:spcBef>
                        <a:spcAft>
                          <a:spcPts val="0"/>
                        </a:spcAft>
                        <a:buClr>
                          <a:srgbClr val="F0AB00"/>
                        </a:buClr>
                        <a:buSzPct val="100000"/>
                        <a:buFont typeface="Arial" panose="020B0604020202020204" pitchFamily="34" charset="0"/>
                        <a:buChar char="•"/>
                      </a:pPr>
                      <a:r>
                        <a:rPr lang="en-US" sz="1100" b="0" i="0" u="none" strike="noStrike" kern="1200" noProof="0" dirty="0"/>
                        <a:t> One centralized solution for contract activity </a:t>
                      </a:r>
                      <a:endParaRPr lang="en-US" sz="2100" dirty="0"/>
                    </a:p>
                    <a:p>
                      <a:pPr marL="171450" marR="0" lvl="0" indent="-171450" algn="l" defTabSz="1088558">
                        <a:lnSpc>
                          <a:spcPct val="100000"/>
                        </a:lnSpc>
                        <a:spcBef>
                          <a:spcPts val="0"/>
                        </a:spcBef>
                        <a:spcAft>
                          <a:spcPts val="0"/>
                        </a:spcAft>
                        <a:buClr>
                          <a:srgbClr val="F0AB00"/>
                        </a:buClr>
                        <a:buSzPct val="100000"/>
                        <a:buFont typeface="Arial" panose="020B0604020202020204" pitchFamily="34" charset="0"/>
                        <a:buChar char="•"/>
                        <a:tabLst/>
                        <a:defRPr/>
                      </a:pPr>
                      <a:endParaRPr lang="en-US" sz="1100" b="0" kern="1200" noProof="0" dirty="0">
                        <a:solidFill>
                          <a:schemeClr val="tx1"/>
                        </a:solidFill>
                        <a:latin typeface="+mn-lt"/>
                        <a:ea typeface="+mn-ea"/>
                        <a:cs typeface="+mn-cs"/>
                      </a:endParaRP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lvl="0" indent="-171450" algn="l">
                        <a:lnSpc>
                          <a:spcPct val="100000"/>
                        </a:lnSpc>
                        <a:spcBef>
                          <a:spcPts val="0"/>
                        </a:spcBef>
                        <a:spcAft>
                          <a:spcPts val="0"/>
                        </a:spcAft>
                        <a:buFont typeface="Arial"/>
                        <a:buChar char="•"/>
                      </a:pPr>
                      <a:r>
                        <a:rPr lang="en-US" sz="1100" b="0" kern="1200" noProof="0" dirty="0">
                          <a:solidFill>
                            <a:schemeClr val="tx1"/>
                          </a:solidFill>
                          <a:latin typeface="+mn-lt"/>
                          <a:ea typeface="+mn-ea"/>
                          <a:cs typeface="+mn-cs"/>
                        </a:rPr>
                        <a:t>Process </a:t>
                      </a:r>
                      <a:r>
                        <a:rPr lang="en-US" sz="1100" b="0" i="0" u="none" strike="noStrike" kern="1200" noProof="0" dirty="0">
                          <a:solidFill>
                            <a:srgbClr val="000000"/>
                          </a:solidFill>
                          <a:latin typeface="Arial"/>
                        </a:rPr>
                        <a:t>Efficiency</a:t>
                      </a:r>
                      <a:endParaRPr lang="en-US" sz="1100" b="0" kern="1200" noProof="0" dirty="0">
                        <a:solidFill>
                          <a:schemeClr val="tx1"/>
                        </a:solidFill>
                        <a:latin typeface="+mn-lt"/>
                        <a:ea typeface="+mn-ea"/>
                        <a:cs typeface="+mn-cs"/>
                      </a:endParaRP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0939110"/>
                  </a:ext>
                </a:extLst>
              </a:tr>
              <a:tr h="1432228">
                <a:tc>
                  <a:txBody>
                    <a:bodyPr/>
                    <a:lstStyle/>
                    <a:p>
                      <a:pPr marL="0" indent="0">
                        <a:buClr>
                          <a:schemeClr val="accent1"/>
                        </a:buClr>
                        <a:buSzPct val="100000"/>
                        <a:buFont typeface="Wingdings" panose="05000000000000000000" pitchFamily="2" charset="2"/>
                        <a:buNone/>
                      </a:pPr>
                      <a:endParaRPr lang="en-US" sz="1100" b="0" noProof="0" dirty="0"/>
                    </a:p>
                    <a:p>
                      <a:pPr marL="0" indent="0">
                        <a:buClr>
                          <a:schemeClr val="accent1"/>
                        </a:buClr>
                        <a:buSzPct val="100000"/>
                        <a:buFont typeface="Wingdings" panose="05000000000000000000" pitchFamily="2" charset="2"/>
                        <a:buNone/>
                      </a:pPr>
                      <a:endParaRPr lang="en-US" sz="1100" b="0" noProof="0" dirty="0"/>
                    </a:p>
                    <a:p>
                      <a:pPr marL="0" indent="0">
                        <a:buClr>
                          <a:schemeClr val="accent1"/>
                        </a:buClr>
                        <a:buSzPct val="100000"/>
                        <a:buFont typeface="Wingdings" panose="05000000000000000000" pitchFamily="2" charset="2"/>
                        <a:buNone/>
                      </a:pPr>
                      <a:endParaRPr lang="en-US" sz="1100" b="0" noProof="0" dirty="0"/>
                    </a:p>
                    <a:p>
                      <a:pPr marL="0" indent="0">
                        <a:buClr>
                          <a:schemeClr val="accent1"/>
                        </a:buClr>
                        <a:buSzPct val="100000"/>
                        <a:buFont typeface="Wingdings" panose="05000000000000000000" pitchFamily="2" charset="2"/>
                        <a:buNone/>
                      </a:pPr>
                      <a:r>
                        <a:rPr lang="en-US" sz="1100" b="0" noProof="0" dirty="0"/>
                        <a:t>Expand the use of Intelligent Forms Adoption</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defTabSz="1088558" rtl="0" eaLnBrk="1" fontAlgn="ctr" latinLnBrk="0" hangingPunct="1">
                        <a:buClr>
                          <a:schemeClr val="accent1"/>
                        </a:buClr>
                        <a:buSzPct val="100000"/>
                        <a:buFont typeface="Wingdings" panose="05000000000000000000" pitchFamily="2" charset="2"/>
                        <a:buNone/>
                      </a:pPr>
                      <a:r>
                        <a:rPr lang="en-US" sz="1100" b="0" kern="1200" dirty="0">
                          <a:solidFill>
                            <a:schemeClr val="tx1"/>
                          </a:solidFill>
                          <a:latin typeface="+mn-lt"/>
                          <a:ea typeface="+mn-ea"/>
                          <a:cs typeface="+mn-cs"/>
                        </a:rPr>
                        <a:t>Intelligent Forms Offers the following capabilities:</a:t>
                      </a:r>
                      <a:br>
                        <a:rPr lang="en-US" sz="1100" b="0" kern="1200" dirty="0">
                          <a:solidFill>
                            <a:schemeClr val="tx1"/>
                          </a:solidFill>
                          <a:latin typeface="+mn-lt"/>
                          <a:ea typeface="+mn-ea"/>
                          <a:cs typeface="+mn-cs"/>
                        </a:rPr>
                      </a:br>
                      <a:r>
                        <a:rPr lang="en-US" sz="1100" b="0" kern="1200" dirty="0">
                          <a:solidFill>
                            <a:schemeClr val="tx1"/>
                          </a:solidFill>
                          <a:latin typeface="+mn-lt"/>
                          <a:ea typeface="+mn-ea"/>
                          <a:cs typeface="+mn-cs"/>
                        </a:rPr>
                        <a:t>1. Stand Alone Forms</a:t>
                      </a:r>
                      <a:br>
                        <a:rPr lang="en-US" sz="1100" b="0" kern="1200" dirty="0">
                          <a:solidFill>
                            <a:schemeClr val="tx1"/>
                          </a:solidFill>
                          <a:latin typeface="+mn-lt"/>
                          <a:ea typeface="+mn-ea"/>
                          <a:cs typeface="+mn-cs"/>
                        </a:rPr>
                      </a:br>
                      <a:r>
                        <a:rPr lang="en-US" sz="1100" b="0" kern="1200" dirty="0">
                          <a:solidFill>
                            <a:schemeClr val="tx1"/>
                          </a:solidFill>
                          <a:latin typeface="+mn-lt"/>
                          <a:ea typeface="+mn-ea"/>
                          <a:cs typeface="+mn-cs"/>
                        </a:rPr>
                        <a:t>2. Requisition Forms</a:t>
                      </a:r>
                      <a:br>
                        <a:rPr lang="en-US" sz="1100" b="0" kern="1200" dirty="0">
                          <a:solidFill>
                            <a:schemeClr val="tx1"/>
                          </a:solidFill>
                          <a:latin typeface="+mn-lt"/>
                          <a:ea typeface="+mn-ea"/>
                          <a:cs typeface="+mn-cs"/>
                        </a:rPr>
                      </a:br>
                      <a:r>
                        <a:rPr lang="en-US" sz="1100" b="0" kern="1200" dirty="0">
                          <a:solidFill>
                            <a:schemeClr val="tx1"/>
                          </a:solidFill>
                          <a:latin typeface="+mn-lt"/>
                          <a:ea typeface="+mn-ea"/>
                          <a:cs typeface="+mn-cs"/>
                        </a:rPr>
                        <a:t>3. Sourcing Forms (Spot Quote)</a:t>
                      </a:r>
                    </a:p>
                    <a:p>
                      <a:pPr marL="0" lvl="0" indent="0" algn="l" defTabSz="1088558" rtl="0" eaLnBrk="1" fontAlgn="ctr" latinLnBrk="0" hangingPunct="1">
                        <a:buClr>
                          <a:schemeClr val="accent1"/>
                        </a:buClr>
                        <a:buSzPct val="100000"/>
                        <a:buFont typeface="Wingdings" panose="05000000000000000000" pitchFamily="2" charset="2"/>
                        <a:buNone/>
                      </a:pPr>
                      <a:r>
                        <a:rPr lang="en-US" sz="1100" b="0" kern="1200" dirty="0">
                          <a:solidFill>
                            <a:schemeClr val="tx1"/>
                          </a:solidFill>
                          <a:latin typeface="+mn-lt"/>
                          <a:ea typeface="+mn-ea"/>
                          <a:cs typeface="+mn-cs"/>
                        </a:rPr>
                        <a:t>4. Integration using API’s</a:t>
                      </a:r>
                      <a:br>
                        <a:rPr lang="en-US" sz="1100" b="0" kern="1200" dirty="0">
                          <a:solidFill>
                            <a:schemeClr val="tx1"/>
                          </a:solidFill>
                          <a:latin typeface="+mn-lt"/>
                          <a:ea typeface="+mn-ea"/>
                          <a:cs typeface="+mn-cs"/>
                        </a:rPr>
                      </a:br>
                      <a:br>
                        <a:rPr lang="en-US" sz="1100" b="0" kern="1200" dirty="0">
                          <a:solidFill>
                            <a:schemeClr val="tx1"/>
                          </a:solidFill>
                          <a:latin typeface="+mn-lt"/>
                          <a:ea typeface="+mn-ea"/>
                          <a:cs typeface="+mn-cs"/>
                        </a:rPr>
                      </a:br>
                      <a:r>
                        <a:rPr lang="en-US" sz="1100" b="0" kern="1200" dirty="0">
                          <a:solidFill>
                            <a:schemeClr val="tx1"/>
                          </a:solidFill>
                          <a:latin typeface="+mn-lt"/>
                          <a:ea typeface="+mn-ea"/>
                          <a:cs typeface="+mn-cs"/>
                        </a:rPr>
                        <a:t>All have the ability to provide approval flow and API integration capabilities. </a:t>
                      </a:r>
                    </a:p>
                  </a:txBody>
                  <a:tcPr marL="4762" marR="4762" marT="476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9388" marR="0" lvl="1" indent="-168275" algn="l" defTabSz="1088776" rtl="0" eaLnBrk="1" fontAlgn="base" latinLnBrk="0" hangingPunct="1">
                        <a:lnSpc>
                          <a:spcPct val="100000"/>
                        </a:lnSpc>
                        <a:spcBef>
                          <a:spcPts val="0"/>
                        </a:spcBef>
                        <a:spcAft>
                          <a:spcPct val="0"/>
                        </a:spcAft>
                        <a:buClr>
                          <a:srgbClr val="F0AB00"/>
                        </a:buClr>
                        <a:buSzPct val="80000"/>
                        <a:buFont typeface="wingdings"/>
                        <a:buChar char=""/>
                        <a:tabLst/>
                        <a:defRPr/>
                      </a:pPr>
                      <a:r>
                        <a:rPr lang="en-US" sz="1100" kern="0" noProof="0" dirty="0">
                          <a:solidFill>
                            <a:srgbClr val="000000"/>
                          </a:solidFill>
                          <a:latin typeface="Arial" panose="020B0604020202020204" pitchFamily="34" charset="0"/>
                          <a:ea typeface="Arial Unicode MS" pitchFamily="34" charset="-128"/>
                          <a:cs typeface="Arial" panose="020B0604020202020204" pitchFamily="34" charset="0"/>
                        </a:rPr>
                        <a:t>Move manual paper processes into a centralized adaptable solution </a:t>
                      </a:r>
                    </a:p>
                    <a:p>
                      <a:pPr marL="179388" marR="0" lvl="1" indent="-168275" algn="l" defTabSz="1088776" rtl="0" eaLnBrk="1" fontAlgn="base" latinLnBrk="0" hangingPunct="1">
                        <a:lnSpc>
                          <a:spcPct val="100000"/>
                        </a:lnSpc>
                        <a:spcBef>
                          <a:spcPts val="0"/>
                        </a:spcBef>
                        <a:spcAft>
                          <a:spcPct val="0"/>
                        </a:spcAft>
                        <a:buClr>
                          <a:srgbClr val="F0AB00"/>
                        </a:buClr>
                        <a:buSzPct val="80000"/>
                        <a:buFont typeface="wingdings"/>
                        <a:buChar char=""/>
                        <a:tabLst/>
                        <a:defRPr/>
                      </a:pPr>
                      <a:r>
                        <a:rPr lang="en-US" sz="1100" kern="0" noProof="0" dirty="0">
                          <a:solidFill>
                            <a:srgbClr val="000000"/>
                          </a:solidFill>
                          <a:latin typeface="Arial" panose="020B0604020202020204" pitchFamily="34" charset="0"/>
                          <a:ea typeface="Arial Unicode MS" pitchFamily="34" charset="-128"/>
                          <a:cs typeface="Arial" panose="020B0604020202020204" pitchFamily="34" charset="0"/>
                        </a:rPr>
                        <a:t>Drive services spend using Requisition Line Items and Sourcing Quotes to drive operational efficiency </a:t>
                      </a:r>
                    </a:p>
                    <a:p>
                      <a:pPr marL="179388" marR="0" lvl="1" indent="-168275" algn="l" defTabSz="1088776" rtl="0" eaLnBrk="1" fontAlgn="base" latinLnBrk="0" hangingPunct="1">
                        <a:lnSpc>
                          <a:spcPct val="100000"/>
                        </a:lnSpc>
                        <a:spcBef>
                          <a:spcPts val="0"/>
                        </a:spcBef>
                        <a:spcAft>
                          <a:spcPct val="0"/>
                        </a:spcAft>
                        <a:buClr>
                          <a:srgbClr val="F0AB00"/>
                        </a:buClr>
                        <a:buSzPct val="80000"/>
                        <a:buFont typeface="wingdings"/>
                        <a:buChar char=""/>
                        <a:tabLst/>
                        <a:defRPr/>
                      </a:pPr>
                      <a:r>
                        <a:rPr lang="en-US" sz="1100" kern="0" noProof="0" dirty="0">
                          <a:solidFill>
                            <a:srgbClr val="000000"/>
                          </a:solidFill>
                          <a:latin typeface="Arial" panose="020B0604020202020204" pitchFamily="34" charset="0"/>
                          <a:ea typeface="Arial Unicode MS" pitchFamily="34" charset="-128"/>
                          <a:cs typeface="Arial" panose="020B0604020202020204" pitchFamily="34" charset="0"/>
                        </a:rPr>
                        <a:t>Integrate with 3</a:t>
                      </a:r>
                      <a:r>
                        <a:rPr lang="en-US" sz="1100" kern="0" baseline="30000" noProof="0" dirty="0">
                          <a:solidFill>
                            <a:srgbClr val="000000"/>
                          </a:solidFill>
                          <a:latin typeface="Arial" panose="020B0604020202020204" pitchFamily="34" charset="0"/>
                          <a:ea typeface="Arial Unicode MS" pitchFamily="34" charset="-128"/>
                          <a:cs typeface="Arial" panose="020B0604020202020204" pitchFamily="34" charset="0"/>
                        </a:rPr>
                        <a:t>rd</a:t>
                      </a:r>
                      <a:r>
                        <a:rPr lang="en-US" sz="1100" kern="0" noProof="0" dirty="0">
                          <a:solidFill>
                            <a:srgbClr val="000000"/>
                          </a:solidFill>
                          <a:latin typeface="Arial" panose="020B0604020202020204" pitchFamily="34" charset="0"/>
                          <a:ea typeface="Arial Unicode MS" pitchFamily="34" charset="-128"/>
                          <a:cs typeface="Arial" panose="020B0604020202020204" pitchFamily="34" charset="0"/>
                        </a:rPr>
                        <a:t> Party Systems through various API </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82245" lvl="1" indent="-171450" algn="l">
                        <a:lnSpc>
                          <a:spcPct val="100000"/>
                        </a:lnSpc>
                        <a:spcBef>
                          <a:spcPts val="0"/>
                        </a:spcBef>
                        <a:spcAft>
                          <a:spcPct val="0"/>
                        </a:spcAft>
                        <a:buFont typeface="wingdings"/>
                        <a:buChar char=""/>
                      </a:pPr>
                      <a:r>
                        <a:rPr lang="en-US" sz="1100" kern="0" noProof="0" dirty="0">
                          <a:solidFill>
                            <a:srgbClr val="000000"/>
                          </a:solidFill>
                          <a:latin typeface="Arial"/>
                          <a:ea typeface="Arial Unicode MS"/>
                          <a:cs typeface="Arial"/>
                        </a:rPr>
                        <a:t>Process </a:t>
                      </a:r>
                      <a:r>
                        <a:rPr lang="en-US" sz="1100" b="0" i="0" u="none" strike="noStrike" kern="0" noProof="0" dirty="0">
                          <a:solidFill>
                            <a:srgbClr val="000000"/>
                          </a:solidFill>
                          <a:latin typeface="Arial"/>
                        </a:rPr>
                        <a:t>Efficiency</a:t>
                      </a:r>
                      <a:endParaRPr lang="en-US" sz="1100" kern="0" noProof="0" dirty="0">
                        <a:solidFill>
                          <a:srgbClr val="000000"/>
                        </a:solidFill>
                        <a:latin typeface="Arial"/>
                        <a:ea typeface="Arial Unicode MS"/>
                        <a:cs typeface="Arial"/>
                      </a:endParaRP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7690760"/>
                  </a:ext>
                </a:extLst>
              </a:tr>
            </a:tbl>
          </a:graphicData>
        </a:graphic>
      </p:graphicFrame>
    </p:spTree>
    <p:extLst>
      <p:ext uri="{BB962C8B-B14F-4D97-AF65-F5344CB8AC3E}">
        <p14:creationId xmlns:p14="http://schemas.microsoft.com/office/powerpoint/2010/main" val="3726804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505296" y="1553542"/>
          <a:ext cx="11184520" cy="4406669"/>
        </p:xfrm>
        <a:graphic>
          <a:graphicData uri="http://schemas.openxmlformats.org/drawingml/2006/table">
            <a:tbl>
              <a:tblPr firstRow="1" bandRow="1">
                <a:tableStyleId>{2D5ABB26-0587-4C30-8999-92F81FD0307C}</a:tableStyleId>
              </a:tblPr>
              <a:tblGrid>
                <a:gridCol w="2382488">
                  <a:extLst>
                    <a:ext uri="{9D8B030D-6E8A-4147-A177-3AD203B41FA5}">
                      <a16:colId xmlns:a16="http://schemas.microsoft.com/office/drawing/2014/main" val="2514333653"/>
                    </a:ext>
                  </a:extLst>
                </a:gridCol>
                <a:gridCol w="3182742">
                  <a:extLst>
                    <a:ext uri="{9D8B030D-6E8A-4147-A177-3AD203B41FA5}">
                      <a16:colId xmlns:a16="http://schemas.microsoft.com/office/drawing/2014/main" val="1622332421"/>
                    </a:ext>
                  </a:extLst>
                </a:gridCol>
                <a:gridCol w="2809645">
                  <a:extLst>
                    <a:ext uri="{9D8B030D-6E8A-4147-A177-3AD203B41FA5}">
                      <a16:colId xmlns:a16="http://schemas.microsoft.com/office/drawing/2014/main" val="3055584967"/>
                    </a:ext>
                  </a:extLst>
                </a:gridCol>
                <a:gridCol w="2809645">
                  <a:extLst>
                    <a:ext uri="{9D8B030D-6E8A-4147-A177-3AD203B41FA5}">
                      <a16:colId xmlns:a16="http://schemas.microsoft.com/office/drawing/2014/main" val="3590736160"/>
                    </a:ext>
                  </a:extLst>
                </a:gridCol>
              </a:tblGrid>
              <a:tr h="352917">
                <a:tc>
                  <a:txBody>
                    <a:bodyPr/>
                    <a:lstStyle/>
                    <a:p>
                      <a:pPr>
                        <a:buFontTx/>
                        <a:buNone/>
                      </a:pPr>
                      <a:r>
                        <a:rPr lang="en-US" sz="1600" b="1" noProof="0" dirty="0"/>
                        <a:t>Opportunities </a:t>
                      </a:r>
                    </a:p>
                  </a:txBody>
                  <a:tcPr marL="91419" marR="91419" marT="45709" marB="45709">
                    <a:lnB w="12700" cap="flat" cmpd="sng" algn="ctr">
                      <a:solidFill>
                        <a:schemeClr val="tx1"/>
                      </a:solidFill>
                      <a:prstDash val="solid"/>
                      <a:round/>
                      <a:headEnd type="none" w="med" len="med"/>
                      <a:tailEnd type="none" w="med" len="med"/>
                    </a:lnB>
                    <a:solidFill>
                      <a:schemeClr val="accent1"/>
                    </a:solidFill>
                  </a:tcPr>
                </a:tc>
                <a:tc>
                  <a:txBody>
                    <a:bodyPr/>
                    <a:lstStyle/>
                    <a:p>
                      <a:pPr>
                        <a:buFontTx/>
                        <a:buNone/>
                      </a:pPr>
                      <a:r>
                        <a:rPr lang="en-US" sz="1600" b="1" noProof="0" dirty="0"/>
                        <a:t>Recommendations</a:t>
                      </a:r>
                    </a:p>
                  </a:txBody>
                  <a:tcPr marL="91419" marR="91419" marT="45709" marB="45709">
                    <a:lnB w="12700" cap="flat" cmpd="sng" algn="ctr">
                      <a:solidFill>
                        <a:schemeClr val="tx1"/>
                      </a:solidFill>
                      <a:prstDash val="solid"/>
                      <a:round/>
                      <a:headEnd type="none" w="med" len="med"/>
                      <a:tailEnd type="none" w="med" len="med"/>
                    </a:lnB>
                    <a:solidFill>
                      <a:schemeClr val="accent1"/>
                    </a:solidFill>
                  </a:tcPr>
                </a:tc>
                <a:tc>
                  <a:txBody>
                    <a:bodyPr/>
                    <a:lstStyle/>
                    <a:p>
                      <a:r>
                        <a:rPr lang="en-US" sz="1600" b="1" noProof="0" dirty="0"/>
                        <a:t>Benefits</a:t>
                      </a:r>
                    </a:p>
                  </a:txBody>
                  <a:tcPr marL="91419" marR="91419" marT="45709" marB="45709">
                    <a:lnB w="12700" cap="flat" cmpd="sng" algn="ctr">
                      <a:solidFill>
                        <a:schemeClr val="tx1"/>
                      </a:solidFill>
                      <a:prstDash val="solid"/>
                      <a:round/>
                      <a:headEnd type="none" w="med" len="med"/>
                      <a:tailEnd type="none" w="med" len="med"/>
                    </a:lnB>
                    <a:solidFill>
                      <a:schemeClr val="accent1"/>
                    </a:solidFill>
                  </a:tcPr>
                </a:tc>
                <a:tc>
                  <a:txBody>
                    <a:bodyPr/>
                    <a:lstStyle/>
                    <a:p>
                      <a:pPr lvl="0">
                        <a:buNone/>
                      </a:pPr>
                      <a:r>
                        <a:rPr lang="en-US" sz="1600" b="1" noProof="0" dirty="0"/>
                        <a:t>Value Driver</a:t>
                      </a:r>
                    </a:p>
                  </a:txBody>
                  <a:tcPr marL="91419" marR="91419" marT="45709" marB="45709">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487290898"/>
                  </a:ext>
                </a:extLst>
              </a:tr>
              <a:tr h="1097026">
                <a:tc>
                  <a:txBody>
                    <a:bodyPr/>
                    <a:lstStyle/>
                    <a:p>
                      <a:pPr marL="0" lvl="0" indent="0" algn="l" fontAlgn="ctr">
                        <a:buClr>
                          <a:schemeClr val="accent1"/>
                        </a:buClr>
                        <a:buFontTx/>
                        <a:buNone/>
                      </a:pPr>
                      <a:r>
                        <a:rPr lang="en-US" sz="1100" b="0" kern="1200" dirty="0">
                          <a:solidFill>
                            <a:schemeClr val="tx1"/>
                          </a:solidFill>
                          <a:latin typeface="+mn-lt"/>
                          <a:ea typeface="+mn-ea"/>
                          <a:cs typeface="+mn-cs"/>
                        </a:rPr>
                        <a:t>Sourcing RFP pricing tends to be for direct or direct-style materials </a:t>
                      </a:r>
                    </a:p>
                    <a:p>
                      <a:pPr marL="0" indent="0">
                        <a:buClr>
                          <a:schemeClr val="accent1"/>
                        </a:buClr>
                        <a:buSzPct val="100000"/>
                        <a:buFontTx/>
                        <a:buNone/>
                      </a:pPr>
                      <a:endParaRPr lang="en-US" sz="1100" b="0" noProof="0" dirty="0"/>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Clr>
                          <a:schemeClr val="accent1"/>
                        </a:buClr>
                        <a:buSzPct val="80000"/>
                        <a:buFontTx/>
                        <a:buNone/>
                      </a:pPr>
                      <a:r>
                        <a:rPr lang="en-US" sz="1100" noProof="0" dirty="0"/>
                        <a:t>Deploy/Adopt features new features to facilitate direct material Sourcing:</a:t>
                      </a:r>
                    </a:p>
                    <a:p>
                      <a:pPr marL="171450" indent="-171450">
                        <a:buClr>
                          <a:schemeClr val="accent1"/>
                        </a:buClr>
                        <a:buSzPct val="80000"/>
                        <a:buFontTx/>
                        <a:buChar char="-"/>
                      </a:pPr>
                      <a:r>
                        <a:rPr lang="en-US" sz="1100" noProof="0" dirty="0"/>
                        <a:t>Material Master Integration</a:t>
                      </a:r>
                    </a:p>
                    <a:p>
                      <a:pPr marL="171450" indent="-171450">
                        <a:buClr>
                          <a:schemeClr val="accent1"/>
                        </a:buClr>
                        <a:buSzPct val="80000"/>
                        <a:buFontTx/>
                        <a:buChar char="-"/>
                      </a:pPr>
                      <a:r>
                        <a:rPr lang="en-US" sz="1100" noProof="0" dirty="0"/>
                        <a:t>Use of Pricing Conditions (Time/Volume Scales)</a:t>
                      </a:r>
                    </a:p>
                    <a:p>
                      <a:pPr marL="171450" indent="-171450">
                        <a:buClr>
                          <a:schemeClr val="accent1"/>
                        </a:buClr>
                        <a:buSzPct val="80000"/>
                        <a:buFontTx/>
                        <a:buChar char="-"/>
                      </a:pPr>
                      <a:r>
                        <a:rPr lang="en-US" sz="1100" noProof="0" dirty="0"/>
                        <a:t>Cost Breakdown Analysis </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Clr>
                          <a:schemeClr val="accent1"/>
                        </a:buClr>
                        <a:buFont typeface="Arial" panose="020B0604020202020204" pitchFamily="34" charset="0"/>
                        <a:buChar char="•"/>
                      </a:pPr>
                      <a:r>
                        <a:rPr lang="en-US" sz="1100" kern="0" dirty="0">
                          <a:solidFill>
                            <a:srgbClr val="000000"/>
                          </a:solidFill>
                          <a:latin typeface="Arial"/>
                          <a:ea typeface="Arial Unicode MS"/>
                          <a:cs typeface="Arial"/>
                        </a:rPr>
                        <a:t>Material integration across platforms for quick Sourcing Event creation</a:t>
                      </a:r>
                    </a:p>
                    <a:p>
                      <a:pPr marL="171450" indent="-171450">
                        <a:buClr>
                          <a:schemeClr val="accent1"/>
                        </a:buClr>
                        <a:buFont typeface="Arial" panose="020B0604020202020204" pitchFamily="34" charset="0"/>
                        <a:buChar char="•"/>
                      </a:pPr>
                      <a:r>
                        <a:rPr lang="en-US" sz="1100" kern="0" dirty="0">
                          <a:solidFill>
                            <a:srgbClr val="000000"/>
                          </a:solidFill>
                          <a:latin typeface="Arial"/>
                          <a:ea typeface="Arial Unicode MS"/>
                          <a:cs typeface="Arial"/>
                        </a:rPr>
                        <a:t>Capture detailed price attributes required for direct materials with standard functionality</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lvl="0" indent="-171450">
                        <a:buFont typeface="Arial"/>
                        <a:buChar char="•"/>
                      </a:pPr>
                      <a:r>
                        <a:rPr lang="en-US" sz="1100" kern="0" dirty="0">
                          <a:solidFill>
                            <a:srgbClr val="000000"/>
                          </a:solidFill>
                          <a:latin typeface="Arial"/>
                          <a:ea typeface="Arial Unicode MS"/>
                          <a:cs typeface="Arial"/>
                        </a:rPr>
                        <a:t>Incremental Cost Reduction </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1148108"/>
                  </a:ext>
                </a:extLst>
              </a:tr>
              <a:tr h="761824">
                <a:tc>
                  <a:txBody>
                    <a:bodyPr/>
                    <a:lstStyle/>
                    <a:p>
                      <a:pPr marL="0" indent="0">
                        <a:buClr>
                          <a:schemeClr val="accent1"/>
                        </a:buClr>
                        <a:buSzPct val="100000"/>
                        <a:buFontTx/>
                        <a:buNone/>
                      </a:pPr>
                      <a:r>
                        <a:rPr lang="en-US" sz="1100" b="0" noProof="0" dirty="0"/>
                        <a:t>Initial implementation did not seek to leverage connections from Sourcing Project/Event to Contract Workspace</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Clr>
                          <a:schemeClr val="accent1"/>
                        </a:buClr>
                        <a:buSzPct val="80000"/>
                        <a:buFontTx/>
                        <a:buNone/>
                      </a:pPr>
                      <a:r>
                        <a:rPr lang="en-US" sz="1100" noProof="0" dirty="0"/>
                        <a:t>Design Sourcing/Contract templates with Parent/Subproject relationship </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Clr>
                          <a:schemeClr val="accent1"/>
                        </a:buClr>
                        <a:buFont typeface="Arial" panose="020B0604020202020204" pitchFamily="34" charset="0"/>
                        <a:buChar char="•"/>
                      </a:pPr>
                      <a:r>
                        <a:rPr lang="en-US" sz="1100" kern="0" dirty="0">
                          <a:solidFill>
                            <a:srgbClr val="000000"/>
                          </a:solidFill>
                          <a:latin typeface="Arial"/>
                          <a:ea typeface="Arial Unicode MS"/>
                          <a:cs typeface="Arial"/>
                        </a:rPr>
                        <a:t>Linked objects for Analytical Reporting</a:t>
                      </a:r>
                    </a:p>
                    <a:p>
                      <a:pPr marL="171450" indent="-171450">
                        <a:buClr>
                          <a:schemeClr val="accent1"/>
                        </a:buClr>
                        <a:buFont typeface="Arial" panose="020B0604020202020204" pitchFamily="34" charset="0"/>
                        <a:buChar char="•"/>
                      </a:pPr>
                      <a:r>
                        <a:rPr lang="en-US" sz="1100" kern="0" dirty="0">
                          <a:solidFill>
                            <a:srgbClr val="000000"/>
                          </a:solidFill>
                          <a:latin typeface="Arial"/>
                          <a:ea typeface="Arial Unicode MS"/>
                          <a:cs typeface="Arial"/>
                        </a:rPr>
                        <a:t>Process traceability</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lvl="0" indent="-171450">
                        <a:buFont typeface="Arial"/>
                        <a:buChar char="•"/>
                      </a:pPr>
                      <a:r>
                        <a:rPr lang="en-US" sz="1100" kern="0" dirty="0">
                          <a:solidFill>
                            <a:srgbClr val="000000"/>
                          </a:solidFill>
                          <a:latin typeface="Arial"/>
                          <a:ea typeface="Arial Unicode MS"/>
                          <a:cs typeface="Arial"/>
                        </a:rPr>
                        <a:t>Process </a:t>
                      </a:r>
                      <a:r>
                        <a:rPr lang="en-US" sz="1100" b="0" i="0" u="none" strike="noStrike" kern="0" noProof="0" dirty="0">
                          <a:solidFill>
                            <a:srgbClr val="000000"/>
                          </a:solidFill>
                          <a:latin typeface="Arial"/>
                        </a:rPr>
                        <a:t>Efficiency</a:t>
                      </a:r>
                      <a:endParaRPr lang="en-US" sz="1100" kern="0" dirty="0">
                        <a:solidFill>
                          <a:srgbClr val="000000"/>
                        </a:solidFill>
                        <a:latin typeface="Arial"/>
                        <a:ea typeface="Arial Unicode MS"/>
                        <a:cs typeface="Arial"/>
                      </a:endParaRP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0462047"/>
                  </a:ext>
                </a:extLst>
              </a:tr>
              <a:tr h="1097026">
                <a:tc>
                  <a:txBody>
                    <a:bodyPr/>
                    <a:lstStyle/>
                    <a:p>
                      <a:pPr marL="0" indent="0">
                        <a:buClr>
                          <a:schemeClr val="accent1"/>
                        </a:buClr>
                        <a:buSzPct val="100000"/>
                        <a:buFontTx/>
                        <a:buNone/>
                      </a:pPr>
                      <a:r>
                        <a:rPr lang="en-US" sz="1100" b="0" noProof="0" dirty="0"/>
                        <a:t>Deliver authored contracts in a centralized tool </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Clr>
                          <a:schemeClr val="accent1"/>
                        </a:buClr>
                        <a:buSzPct val="80000"/>
                        <a:buFontTx/>
                        <a:buNone/>
                      </a:pPr>
                      <a:r>
                        <a:rPr lang="en-US" sz="1100" noProof="0" dirty="0"/>
                        <a:t>We recommend that SBD uses the authoring capabilities to deliver the preferred contract language but redlining of the contracts should occur outside of the tool. </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Clr>
                          <a:schemeClr val="accent1"/>
                        </a:buClr>
                        <a:buFont typeface="Arial" panose="020B0604020202020204" pitchFamily="34" charset="0"/>
                        <a:buChar char="•"/>
                      </a:pPr>
                      <a:r>
                        <a:rPr lang="en-US" sz="1100" b="0" i="0" u="none" strike="noStrike" kern="0" noProof="0" dirty="0">
                          <a:solidFill>
                            <a:srgbClr val="000000"/>
                          </a:solidFill>
                          <a:latin typeface="Arial"/>
                        </a:rPr>
                        <a:t>Grow into the overall usage of the tools capabilities that are available </a:t>
                      </a:r>
                      <a:endParaRPr lang="en-US" sz="1100" kern="0" dirty="0">
                        <a:solidFill>
                          <a:srgbClr val="000000"/>
                        </a:solidFill>
                        <a:latin typeface="Arial"/>
                        <a:ea typeface="Arial Unicode MS"/>
                        <a:cs typeface="Arial"/>
                      </a:endParaRPr>
                    </a:p>
                    <a:p>
                      <a:pPr marL="171450" lvl="0" indent="-171450">
                        <a:buClr>
                          <a:srgbClr val="F0AB00"/>
                        </a:buClr>
                        <a:buFont typeface="Arial" panose="020B0604020202020204" pitchFamily="34" charset="0"/>
                        <a:buChar char="•"/>
                      </a:pPr>
                      <a:r>
                        <a:rPr lang="en-US" sz="1100" kern="0" dirty="0">
                          <a:solidFill>
                            <a:srgbClr val="000000"/>
                          </a:solidFill>
                          <a:latin typeface="Arial"/>
                          <a:ea typeface="Arial Unicode MS"/>
                          <a:cs typeface="Arial"/>
                        </a:rPr>
                        <a:t>Centralize Preferred Language </a:t>
                      </a:r>
                    </a:p>
                    <a:p>
                      <a:pPr marL="171450" lvl="0" indent="-171450">
                        <a:buClr>
                          <a:srgbClr val="F0AB00"/>
                        </a:buClr>
                        <a:buFont typeface="Arial" panose="020B0604020202020204" pitchFamily="34" charset="0"/>
                        <a:buChar char="•"/>
                      </a:pPr>
                      <a:r>
                        <a:rPr lang="en-US" sz="1100" kern="0" dirty="0">
                          <a:solidFill>
                            <a:srgbClr val="000000"/>
                          </a:solidFill>
                          <a:latin typeface="Arial"/>
                          <a:ea typeface="Arial Unicode MS"/>
                          <a:cs typeface="Arial"/>
                        </a:rPr>
                        <a:t>Increase process efficiency by using capabilities built into the tool </a:t>
                      </a:r>
                    </a:p>
                    <a:p>
                      <a:pPr marL="171450" lvl="0" indent="-171450">
                        <a:buClr>
                          <a:srgbClr val="F0AB00"/>
                        </a:buClr>
                        <a:buFont typeface="Arial" panose="020B0604020202020204" pitchFamily="34" charset="0"/>
                        <a:buChar char="•"/>
                      </a:pPr>
                      <a:endParaRPr lang="en-US" sz="1100" kern="0" dirty="0">
                        <a:solidFill>
                          <a:srgbClr val="000000"/>
                        </a:solidFill>
                        <a:latin typeface="Arial"/>
                        <a:ea typeface="Arial Unicode MS"/>
                        <a:cs typeface="Arial"/>
                      </a:endParaRP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lvl="0" indent="-171450">
                        <a:buFont typeface="Arial"/>
                        <a:buChar char="•"/>
                      </a:pPr>
                      <a:r>
                        <a:rPr lang="en-US" sz="1100" kern="0" dirty="0">
                          <a:solidFill>
                            <a:srgbClr val="000000"/>
                          </a:solidFill>
                          <a:latin typeface="Arial"/>
                          <a:ea typeface="Arial Unicode MS"/>
                          <a:cs typeface="Arial"/>
                        </a:rPr>
                        <a:t>Process </a:t>
                      </a:r>
                      <a:r>
                        <a:rPr lang="en-US" sz="1100" b="0" i="0" u="none" strike="noStrike" kern="0" noProof="0" dirty="0">
                          <a:solidFill>
                            <a:srgbClr val="000000"/>
                          </a:solidFill>
                          <a:latin typeface="Arial"/>
                        </a:rPr>
                        <a:t>Efficiency</a:t>
                      </a:r>
                      <a:endParaRPr lang="en-US" sz="1100" kern="0" dirty="0">
                        <a:solidFill>
                          <a:srgbClr val="000000"/>
                        </a:solidFill>
                        <a:latin typeface="Arial"/>
                        <a:ea typeface="Arial Unicode MS"/>
                        <a:cs typeface="Arial"/>
                      </a:endParaRP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1671831"/>
                  </a:ext>
                </a:extLst>
              </a:tr>
              <a:tr h="1097026">
                <a:tc>
                  <a:txBody>
                    <a:bodyPr/>
                    <a:lstStyle/>
                    <a:p>
                      <a:pPr marL="0" indent="0">
                        <a:buClr>
                          <a:schemeClr val="accent1"/>
                        </a:buClr>
                        <a:buSzPct val="100000"/>
                        <a:buFontTx/>
                        <a:buNone/>
                      </a:pPr>
                      <a:r>
                        <a:rPr lang="en-US" sz="1100" b="0" noProof="0" dirty="0"/>
                        <a:t>Manage workflow in Contract Management </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Clr>
                          <a:schemeClr val="accent1"/>
                        </a:buClr>
                        <a:buSzPct val="80000"/>
                        <a:buFontTx/>
                        <a:buNone/>
                      </a:pPr>
                      <a:r>
                        <a:rPr lang="en-US" sz="1100" noProof="0" dirty="0"/>
                        <a:t>Design the workflow keeping in mind the balance between To Do Tasks (checklist items) and milestone-based activities like Contract Reviews and Approvals. </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Clr>
                          <a:schemeClr val="accent1"/>
                        </a:buClr>
                        <a:buFont typeface="Arial" panose="020B0604020202020204" pitchFamily="34" charset="0"/>
                        <a:buChar char="•"/>
                      </a:pPr>
                      <a:r>
                        <a:rPr lang="en-US" sz="1100" kern="0" dirty="0">
                          <a:solidFill>
                            <a:srgbClr val="000000"/>
                          </a:solidFill>
                          <a:latin typeface="Arial"/>
                          <a:ea typeface="Arial Unicode MS"/>
                          <a:cs typeface="Arial"/>
                        </a:rPr>
                        <a:t>Manage Workflow in the Tool to obtain improved visibility in the contract.</a:t>
                      </a:r>
                    </a:p>
                    <a:p>
                      <a:pPr marL="171450" lvl="0" indent="-171450">
                        <a:buClr>
                          <a:srgbClr val="F0AB00"/>
                        </a:buClr>
                        <a:buFont typeface="Arial" panose="020B0604020202020204" pitchFamily="34" charset="0"/>
                        <a:buChar char="•"/>
                      </a:pPr>
                      <a:r>
                        <a:rPr lang="en-US" sz="1100" kern="0" dirty="0">
                          <a:solidFill>
                            <a:srgbClr val="000000"/>
                          </a:solidFill>
                          <a:latin typeface="Arial"/>
                          <a:ea typeface="Arial Unicode MS"/>
                          <a:cs typeface="Arial"/>
                        </a:rPr>
                        <a:t>Increase visibility into historical activities with traceable audit capabilities using the history tab </a:t>
                      </a:r>
                    </a:p>
                    <a:p>
                      <a:pPr marL="171450" lvl="0" indent="-171450">
                        <a:buClr>
                          <a:srgbClr val="F0AB00"/>
                        </a:buClr>
                        <a:buFont typeface="Arial" panose="020B0604020202020204" pitchFamily="34" charset="0"/>
                        <a:buChar char="•"/>
                      </a:pPr>
                      <a:endParaRPr lang="en-US" sz="1100" kern="0" dirty="0">
                        <a:solidFill>
                          <a:srgbClr val="000000"/>
                        </a:solidFill>
                        <a:latin typeface="Arial"/>
                        <a:ea typeface="Arial Unicode MS"/>
                        <a:cs typeface="Arial"/>
                      </a:endParaRP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lvl="0" indent="-171450">
                        <a:buFont typeface="Arial"/>
                        <a:buChar char="•"/>
                      </a:pPr>
                      <a:r>
                        <a:rPr lang="en-US" sz="1100" kern="0" dirty="0">
                          <a:solidFill>
                            <a:srgbClr val="000000"/>
                          </a:solidFill>
                          <a:latin typeface="Arial"/>
                          <a:ea typeface="Arial Unicode MS"/>
                          <a:cs typeface="Arial"/>
                        </a:rPr>
                        <a:t>Process Efficiency</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3721942"/>
                  </a:ext>
                </a:extLst>
              </a:tr>
            </a:tbl>
          </a:graphicData>
        </a:graphic>
      </p:graphicFrame>
      <p:sp>
        <p:nvSpPr>
          <p:cNvPr id="8" name="Title 1">
            <a:extLst>
              <a:ext uri="{FF2B5EF4-FFF2-40B4-BE49-F238E27FC236}">
                <a16:creationId xmlns:a16="http://schemas.microsoft.com/office/drawing/2014/main" id="{6E1129EB-02BE-401B-8F7E-75AD08172E61}"/>
              </a:ext>
            </a:extLst>
          </p:cNvPr>
          <p:cNvSpPr>
            <a:spLocks noGrp="1"/>
          </p:cNvSpPr>
          <p:nvPr>
            <p:ph type="title"/>
          </p:nvPr>
        </p:nvSpPr>
        <p:spPr/>
        <p:txBody>
          <a:bodyPr vert="horz" wrap="square" lIns="0" tIns="0" rIns="0" bIns="0" rtlCol="0" anchor="ctr" anchorCtr="0">
            <a:noAutofit/>
          </a:bodyPr>
          <a:lstStyle/>
          <a:p>
            <a:r>
              <a:rPr lang="en-US" dirty="0">
                <a:latin typeface="+mn-lt"/>
              </a:rPr>
              <a:t>Summary Findings – </a:t>
            </a:r>
            <a:r>
              <a:rPr lang="en-US" dirty="0">
                <a:solidFill>
                  <a:schemeClr val="accent1"/>
                </a:solidFill>
                <a:latin typeface="+mn-lt"/>
              </a:rPr>
              <a:t>Mid-Term (3-6 Months)</a:t>
            </a:r>
          </a:p>
        </p:txBody>
      </p:sp>
    </p:spTree>
    <p:extLst>
      <p:ext uri="{BB962C8B-B14F-4D97-AF65-F5344CB8AC3E}">
        <p14:creationId xmlns:p14="http://schemas.microsoft.com/office/powerpoint/2010/main" val="3122923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879930239"/>
              </p:ext>
            </p:extLst>
          </p:nvPr>
        </p:nvGraphicFramePr>
        <p:xfrm>
          <a:off x="505296" y="1329797"/>
          <a:ext cx="11184521" cy="4505041"/>
        </p:xfrm>
        <a:graphic>
          <a:graphicData uri="http://schemas.openxmlformats.org/drawingml/2006/table">
            <a:tbl>
              <a:tblPr firstRow="1" bandRow="1">
                <a:tableStyleId>{2D5ABB26-0587-4C30-8999-92F81FD0307C}</a:tableStyleId>
              </a:tblPr>
              <a:tblGrid>
                <a:gridCol w="2003990">
                  <a:extLst>
                    <a:ext uri="{9D8B030D-6E8A-4147-A177-3AD203B41FA5}">
                      <a16:colId xmlns:a16="http://schemas.microsoft.com/office/drawing/2014/main" val="2514333653"/>
                    </a:ext>
                  </a:extLst>
                </a:gridCol>
                <a:gridCol w="3239215">
                  <a:extLst>
                    <a:ext uri="{9D8B030D-6E8A-4147-A177-3AD203B41FA5}">
                      <a16:colId xmlns:a16="http://schemas.microsoft.com/office/drawing/2014/main" val="1622332421"/>
                    </a:ext>
                  </a:extLst>
                </a:gridCol>
                <a:gridCol w="2970658">
                  <a:extLst>
                    <a:ext uri="{9D8B030D-6E8A-4147-A177-3AD203B41FA5}">
                      <a16:colId xmlns:a16="http://schemas.microsoft.com/office/drawing/2014/main" val="3055584967"/>
                    </a:ext>
                  </a:extLst>
                </a:gridCol>
                <a:gridCol w="2970658">
                  <a:extLst>
                    <a:ext uri="{9D8B030D-6E8A-4147-A177-3AD203B41FA5}">
                      <a16:colId xmlns:a16="http://schemas.microsoft.com/office/drawing/2014/main" val="2414040914"/>
                    </a:ext>
                  </a:extLst>
                </a:gridCol>
              </a:tblGrid>
              <a:tr h="375089">
                <a:tc>
                  <a:txBody>
                    <a:bodyPr/>
                    <a:lstStyle/>
                    <a:p>
                      <a:r>
                        <a:rPr lang="en-US" sz="1600" b="1" noProof="0" dirty="0">
                          <a:solidFill>
                            <a:schemeClr val="bg1"/>
                          </a:solidFill>
                        </a:rPr>
                        <a:t>Observations</a:t>
                      </a:r>
                    </a:p>
                  </a:txBody>
                  <a:tcPr marL="91419" marR="91419" marT="45709" marB="45709">
                    <a:lnB w="12700" cap="flat" cmpd="sng" algn="ctr">
                      <a:solidFill>
                        <a:schemeClr val="tx1"/>
                      </a:solidFill>
                      <a:prstDash val="solid"/>
                      <a:round/>
                      <a:headEnd type="none" w="med" len="med"/>
                      <a:tailEnd type="none" w="med" len="med"/>
                    </a:lnB>
                    <a:solidFill>
                      <a:schemeClr val="accent6"/>
                    </a:solidFill>
                  </a:tcPr>
                </a:tc>
                <a:tc>
                  <a:txBody>
                    <a:bodyPr/>
                    <a:lstStyle/>
                    <a:p>
                      <a:r>
                        <a:rPr lang="en-US" sz="1600" b="1" noProof="0" dirty="0">
                          <a:solidFill>
                            <a:schemeClr val="bg1"/>
                          </a:solidFill>
                        </a:rPr>
                        <a:t>Recommendations</a:t>
                      </a:r>
                    </a:p>
                  </a:txBody>
                  <a:tcPr marL="91419" marR="91419" marT="45709" marB="45709">
                    <a:lnB w="12700" cap="flat" cmpd="sng" algn="ctr">
                      <a:solidFill>
                        <a:schemeClr val="tx1"/>
                      </a:solidFill>
                      <a:prstDash val="solid"/>
                      <a:round/>
                      <a:headEnd type="none" w="med" len="med"/>
                      <a:tailEnd type="none" w="med" len="med"/>
                    </a:lnB>
                    <a:solidFill>
                      <a:schemeClr val="accent6"/>
                    </a:solidFill>
                  </a:tcPr>
                </a:tc>
                <a:tc>
                  <a:txBody>
                    <a:bodyPr/>
                    <a:lstStyle/>
                    <a:p>
                      <a:r>
                        <a:rPr lang="en-US" sz="1600" b="1" noProof="0" dirty="0">
                          <a:solidFill>
                            <a:schemeClr val="bg1"/>
                          </a:solidFill>
                        </a:rPr>
                        <a:t>Benefits</a:t>
                      </a:r>
                    </a:p>
                  </a:txBody>
                  <a:tcPr marL="91419" marR="91419" marT="45709" marB="45709">
                    <a:lnB w="12700" cap="flat" cmpd="sng" algn="ctr">
                      <a:solidFill>
                        <a:schemeClr val="tx1"/>
                      </a:solidFill>
                      <a:prstDash val="solid"/>
                      <a:round/>
                      <a:headEnd type="none" w="med" len="med"/>
                      <a:tailEnd type="none" w="med" len="med"/>
                    </a:lnB>
                    <a:solidFill>
                      <a:schemeClr val="accent6"/>
                    </a:solidFill>
                  </a:tcPr>
                </a:tc>
                <a:tc>
                  <a:txBody>
                    <a:bodyPr/>
                    <a:lstStyle/>
                    <a:p>
                      <a:pPr lvl="0">
                        <a:buNone/>
                      </a:pPr>
                      <a:r>
                        <a:rPr lang="en-US" sz="1600" b="1" noProof="0" dirty="0">
                          <a:solidFill>
                            <a:schemeClr val="bg1"/>
                          </a:solidFill>
                        </a:rPr>
                        <a:t>Value Benefits</a:t>
                      </a:r>
                    </a:p>
                  </a:txBody>
                  <a:tcPr marL="91419" marR="91419" marT="45709" marB="45709">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487290898"/>
                  </a:ext>
                </a:extLst>
              </a:tr>
              <a:tr h="1432228">
                <a:tc>
                  <a:txBody>
                    <a:bodyPr/>
                    <a:lstStyle/>
                    <a:p>
                      <a:pPr marL="0" indent="0">
                        <a:buClr>
                          <a:schemeClr val="accent1"/>
                        </a:buClr>
                        <a:buSzPct val="100000"/>
                        <a:buFontTx/>
                        <a:buNone/>
                      </a:pPr>
                      <a:r>
                        <a:rPr lang="en-US" sz="1100" b="0" noProof="0" dirty="0"/>
                        <a:t>Lack of external ERP integrations with Sourcing/Contracts</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088558" rtl="0" eaLnBrk="1" fontAlgn="auto" latinLnBrk="0" hangingPunct="1">
                        <a:lnSpc>
                          <a:spcPct val="100000"/>
                        </a:lnSpc>
                        <a:spcBef>
                          <a:spcPts val="0"/>
                        </a:spcBef>
                        <a:spcAft>
                          <a:spcPts val="0"/>
                        </a:spcAft>
                        <a:buClr>
                          <a:schemeClr val="accent1"/>
                        </a:buClr>
                        <a:buSzPct val="100000"/>
                        <a:buFontTx/>
                        <a:buNone/>
                        <a:tabLst/>
                        <a:defRPr/>
                      </a:pPr>
                      <a:r>
                        <a:rPr lang="en-US" sz="1100" b="0" dirty="0"/>
                        <a:t>Deploy available integrations to automate Sourcing activities:</a:t>
                      </a:r>
                    </a:p>
                    <a:p>
                      <a:pPr marL="171450" marR="0" lvl="0" indent="-171450" algn="l" rtl="0" eaLnBrk="1" fontAlgn="auto" latinLnBrk="0" hangingPunct="1">
                        <a:lnSpc>
                          <a:spcPct val="100000"/>
                        </a:lnSpc>
                        <a:spcBef>
                          <a:spcPts val="0"/>
                        </a:spcBef>
                        <a:spcAft>
                          <a:spcPts val="0"/>
                        </a:spcAft>
                        <a:buClr>
                          <a:schemeClr val="accent1"/>
                        </a:buClr>
                        <a:buSzPct val="100000"/>
                        <a:buFontTx/>
                        <a:buChar char="-"/>
                      </a:pPr>
                      <a:r>
                        <a:rPr lang="en-US" sz="1100" b="0" dirty="0"/>
                        <a:t>Sourcing Request / Event Creation from External RFQ (ERP) </a:t>
                      </a:r>
                    </a:p>
                    <a:p>
                      <a:pPr marL="171450" marR="0" lvl="0" indent="-171450" algn="l" defTabSz="1088558" rtl="0" eaLnBrk="1" fontAlgn="auto" latinLnBrk="0" hangingPunct="1">
                        <a:lnSpc>
                          <a:spcPct val="100000"/>
                        </a:lnSpc>
                        <a:spcBef>
                          <a:spcPts val="0"/>
                        </a:spcBef>
                        <a:spcAft>
                          <a:spcPts val="0"/>
                        </a:spcAft>
                        <a:buClr>
                          <a:schemeClr val="accent1"/>
                        </a:buClr>
                        <a:buSzPct val="100000"/>
                        <a:buFontTx/>
                        <a:buChar char="-"/>
                        <a:tabLst/>
                        <a:defRPr/>
                      </a:pPr>
                      <a:r>
                        <a:rPr lang="en-US" sz="1100" b="0" dirty="0"/>
                        <a:t>Sourcing Award Integration (PO, Value Contract, Quantity Contract, etc)</a:t>
                      </a:r>
                    </a:p>
                    <a:p>
                      <a:pPr marL="171450" marR="0" lvl="0" indent="-171450" algn="l" defTabSz="1088558" rtl="0" eaLnBrk="1" fontAlgn="auto" latinLnBrk="0" hangingPunct="1">
                        <a:lnSpc>
                          <a:spcPct val="100000"/>
                        </a:lnSpc>
                        <a:spcBef>
                          <a:spcPts val="0"/>
                        </a:spcBef>
                        <a:spcAft>
                          <a:spcPts val="0"/>
                        </a:spcAft>
                        <a:buClr>
                          <a:schemeClr val="accent1"/>
                        </a:buClr>
                        <a:buSzPct val="100000"/>
                        <a:buFontTx/>
                        <a:buChar char="-"/>
                        <a:tabLst/>
                        <a:defRPr/>
                      </a:pPr>
                      <a:r>
                        <a:rPr lang="en-US" sz="1100" b="0" dirty="0"/>
                        <a:t>Contract Line Item Document Integration (Value Contract, Quantity Contract, etc).</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82245" lvl="1" indent="-171450" algn="l" defTabSz="1088776" rtl="0" eaLnBrk="1" fontAlgn="base" latinLnBrk="0" hangingPunct="1">
                        <a:spcBef>
                          <a:spcPts val="300"/>
                        </a:spcBef>
                        <a:spcAft>
                          <a:spcPct val="0"/>
                        </a:spcAft>
                        <a:buClr>
                          <a:srgbClr val="F0AB00"/>
                        </a:buClr>
                        <a:buSzPct val="80000"/>
                        <a:buFont typeface="Arial" panose="020B0604020202020204" pitchFamily="34" charset="0"/>
                        <a:buChar char="•"/>
                      </a:pPr>
                      <a:r>
                        <a:rPr lang="en-AU" sz="1100" kern="0" dirty="0">
                          <a:solidFill>
                            <a:srgbClr val="000000"/>
                          </a:solidFill>
                          <a:latin typeface="Arial"/>
                          <a:ea typeface="Arial Unicode MS"/>
                          <a:cs typeface="Arial"/>
                        </a:rPr>
                        <a:t>Automated Event Creation from ERP demand</a:t>
                      </a:r>
                    </a:p>
                    <a:p>
                      <a:pPr marL="182245" lvl="1" indent="-171450" algn="l" defTabSz="1088776" rtl="0" eaLnBrk="1" fontAlgn="base" latinLnBrk="0" hangingPunct="1">
                        <a:spcBef>
                          <a:spcPts val="300"/>
                        </a:spcBef>
                        <a:spcAft>
                          <a:spcPct val="0"/>
                        </a:spcAft>
                        <a:buClr>
                          <a:srgbClr val="F0AB00"/>
                        </a:buClr>
                        <a:buSzPct val="80000"/>
                        <a:buFont typeface="Arial" panose="020B0604020202020204" pitchFamily="34" charset="0"/>
                        <a:buChar char="•"/>
                      </a:pPr>
                      <a:r>
                        <a:rPr lang="en-AU" sz="1100" kern="0" dirty="0">
                          <a:solidFill>
                            <a:srgbClr val="000000"/>
                          </a:solidFill>
                          <a:latin typeface="Arial"/>
                          <a:ea typeface="Arial Unicode MS"/>
                          <a:cs typeface="Arial"/>
                        </a:rPr>
                        <a:t>Automated Transactions in ERP(s)</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82245" lvl="1" indent="-171450" algn="l">
                        <a:spcBef>
                          <a:spcPts val="300"/>
                        </a:spcBef>
                        <a:spcAft>
                          <a:spcPct val="0"/>
                        </a:spcAft>
                        <a:buFont typeface="Arial"/>
                        <a:buChar char="•"/>
                      </a:pPr>
                      <a:r>
                        <a:rPr lang="en-AU" sz="1100" kern="0" dirty="0">
                          <a:solidFill>
                            <a:srgbClr val="000000"/>
                          </a:solidFill>
                          <a:latin typeface="Arial"/>
                          <a:ea typeface="Arial Unicode MS"/>
                          <a:cs typeface="Arial"/>
                        </a:rPr>
                        <a:t>Process Efficiency</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4914845"/>
                  </a:ext>
                </a:extLst>
              </a:tr>
              <a:tr h="761824">
                <a:tc>
                  <a:txBody>
                    <a:bodyPr/>
                    <a:lstStyle/>
                    <a:p>
                      <a:pPr marL="0" indent="0">
                        <a:buClr>
                          <a:schemeClr val="accent1"/>
                        </a:buClr>
                        <a:buSzPct val="100000"/>
                        <a:buFontTx/>
                        <a:buNone/>
                      </a:pPr>
                      <a:r>
                        <a:rPr lang="en-US" sz="1100" b="0" noProof="0" dirty="0"/>
                        <a:t>Large, complex transportation RFPs are difficult to handle in the current templates</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088558" rtl="0" eaLnBrk="1" fontAlgn="auto" latinLnBrk="0" hangingPunct="1">
                        <a:lnSpc>
                          <a:spcPct val="100000"/>
                        </a:lnSpc>
                        <a:spcBef>
                          <a:spcPts val="0"/>
                        </a:spcBef>
                        <a:spcAft>
                          <a:spcPts val="0"/>
                        </a:spcAft>
                        <a:buClr>
                          <a:schemeClr val="accent1"/>
                        </a:buClr>
                        <a:buSzPct val="100000"/>
                        <a:buFontTx/>
                        <a:buNone/>
                        <a:tabLst/>
                        <a:defRPr/>
                      </a:pPr>
                      <a:r>
                        <a:rPr lang="en-US" sz="1100" b="0" dirty="0"/>
                        <a:t>Utilize large-capacity event templates supporting up to 10k line items. Consider Keelvar integration for events above 10k line items.</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82245" lvl="1" indent="-171450" algn="l" defTabSz="1088776" rtl="0" eaLnBrk="1" fontAlgn="base" latinLnBrk="0" hangingPunct="1">
                        <a:spcBef>
                          <a:spcPts val="300"/>
                        </a:spcBef>
                        <a:spcAft>
                          <a:spcPct val="0"/>
                        </a:spcAft>
                        <a:buClr>
                          <a:srgbClr val="F0AB00"/>
                        </a:buClr>
                        <a:buSzPct val="80000"/>
                        <a:buFont typeface="Arial" panose="020B0604020202020204" pitchFamily="34" charset="0"/>
                        <a:buChar char="•"/>
                      </a:pPr>
                      <a:r>
                        <a:rPr lang="en-AU" sz="1100" kern="0" dirty="0">
                          <a:solidFill>
                            <a:srgbClr val="000000"/>
                          </a:solidFill>
                          <a:latin typeface="Arial"/>
                          <a:ea typeface="Arial Unicode MS"/>
                          <a:cs typeface="Arial"/>
                        </a:rPr>
                        <a:t>Allows in UI optimization of large amounts of pricing</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82245" lvl="1" indent="-171450" algn="l">
                        <a:spcBef>
                          <a:spcPts val="300"/>
                        </a:spcBef>
                        <a:spcAft>
                          <a:spcPct val="0"/>
                        </a:spcAft>
                        <a:buFont typeface="Arial"/>
                        <a:buChar char="•"/>
                      </a:pPr>
                      <a:r>
                        <a:rPr lang="en-AU" sz="1100" kern="0" dirty="0">
                          <a:solidFill>
                            <a:srgbClr val="000000"/>
                          </a:solidFill>
                          <a:latin typeface="Arial"/>
                          <a:ea typeface="Arial Unicode MS"/>
                          <a:cs typeface="Arial"/>
                        </a:rPr>
                        <a:t>Process Efficiency</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1244639"/>
                  </a:ext>
                </a:extLst>
              </a:tr>
              <a:tr h="594222">
                <a:tc>
                  <a:txBody>
                    <a:bodyPr/>
                    <a:lstStyle/>
                    <a:p>
                      <a:pPr marL="0" indent="0">
                        <a:buClr>
                          <a:schemeClr val="accent1"/>
                        </a:buClr>
                        <a:buSzPct val="100000"/>
                        <a:buFontTx/>
                        <a:buNone/>
                      </a:pPr>
                      <a:r>
                        <a:rPr lang="en-US" sz="1100" b="0" noProof="0" dirty="0"/>
                        <a:t>Sourcing operating model is entirely decentralized -- Buyer owns project/event</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088558" rtl="0" eaLnBrk="1" fontAlgn="auto" latinLnBrk="0" hangingPunct="1">
                        <a:lnSpc>
                          <a:spcPct val="100000"/>
                        </a:lnSpc>
                        <a:spcBef>
                          <a:spcPts val="0"/>
                        </a:spcBef>
                        <a:spcAft>
                          <a:spcPts val="0"/>
                        </a:spcAft>
                        <a:buClr>
                          <a:schemeClr val="accent1"/>
                        </a:buClr>
                        <a:buSzPct val="100000"/>
                        <a:buFontTx/>
                        <a:buNone/>
                        <a:tabLst/>
                        <a:defRPr/>
                      </a:pPr>
                      <a:r>
                        <a:rPr lang="en-US" sz="1100" b="0" dirty="0"/>
                        <a:t>Build a Center of Excellence for advanced Event creation, auction subject matter expertise</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82245" lvl="1" indent="-171450" algn="l" defTabSz="1088776" rtl="0" eaLnBrk="1" fontAlgn="base" latinLnBrk="0" hangingPunct="1">
                        <a:spcBef>
                          <a:spcPts val="300"/>
                        </a:spcBef>
                        <a:spcAft>
                          <a:spcPct val="0"/>
                        </a:spcAft>
                        <a:buClr>
                          <a:srgbClr val="F0AB00"/>
                        </a:buClr>
                        <a:buSzPct val="80000"/>
                        <a:buFont typeface="Arial" panose="020B0604020202020204" pitchFamily="34" charset="0"/>
                        <a:buChar char="•"/>
                      </a:pPr>
                      <a:r>
                        <a:rPr lang="en-AU" sz="1100" kern="0" dirty="0">
                          <a:solidFill>
                            <a:srgbClr val="000000"/>
                          </a:solidFill>
                          <a:latin typeface="Arial"/>
                          <a:ea typeface="Arial Unicode MS"/>
                          <a:cs typeface="Arial"/>
                        </a:rPr>
                        <a:t>Increase throughput to auction state, increasing potential Sourcing savings</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82245" lvl="1" indent="-171450" algn="l">
                        <a:spcBef>
                          <a:spcPts val="300"/>
                        </a:spcBef>
                        <a:spcAft>
                          <a:spcPct val="0"/>
                        </a:spcAft>
                        <a:buFont typeface="Arial"/>
                        <a:buChar char="•"/>
                      </a:pPr>
                      <a:r>
                        <a:rPr lang="en-AU" sz="1100" kern="0" dirty="0">
                          <a:solidFill>
                            <a:srgbClr val="000000"/>
                          </a:solidFill>
                          <a:latin typeface="Arial"/>
                          <a:ea typeface="Arial Unicode MS"/>
                          <a:cs typeface="Arial"/>
                        </a:rPr>
                        <a:t>Process Efficiency</a:t>
                      </a:r>
                    </a:p>
                    <a:p>
                      <a:pPr marL="182245" lvl="1" indent="-171450" algn="l">
                        <a:spcBef>
                          <a:spcPts val="300"/>
                        </a:spcBef>
                        <a:spcAft>
                          <a:spcPct val="0"/>
                        </a:spcAft>
                        <a:buFont typeface="Arial"/>
                        <a:buChar char="•"/>
                      </a:pPr>
                      <a:r>
                        <a:rPr lang="en-AU" sz="1100" kern="0" dirty="0">
                          <a:solidFill>
                            <a:srgbClr val="000000"/>
                          </a:solidFill>
                          <a:latin typeface="Arial"/>
                          <a:ea typeface="Arial Unicode MS"/>
                          <a:cs typeface="Arial"/>
                        </a:rPr>
                        <a:t>Incremental Cost Reduction</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1921601"/>
                  </a:ext>
                </a:extLst>
              </a:tr>
              <a:tr h="1340810">
                <a:tc>
                  <a:txBody>
                    <a:bodyPr/>
                    <a:lstStyle/>
                    <a:p>
                      <a:pPr marL="0" lvl="0" indent="0">
                        <a:buNone/>
                      </a:pPr>
                      <a:r>
                        <a:rPr lang="en-US" sz="1100" b="0" noProof="0" dirty="0"/>
                        <a:t>Not using SAP's recommended integration platform (Coud Integration Gateway) for SAP ERP and S/4</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a:lnSpc>
                          <a:spcPct val="100000"/>
                        </a:lnSpc>
                        <a:spcBef>
                          <a:spcPts val="0"/>
                        </a:spcBef>
                        <a:spcAft>
                          <a:spcPts val="0"/>
                        </a:spcAft>
                        <a:buNone/>
                      </a:pPr>
                      <a:r>
                        <a:rPr lang="en-US" sz="1100" b="0" dirty="0"/>
                        <a:t>Deploy Cloud Integration Gateway for SAP ERPs and S/4 integration to SAP Ariba. For non-SAP ERPs utilize the SAP Ariba Integration Toolkit</a:t>
                      </a: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81610" lvl="0" indent="-171450" algn="l">
                        <a:spcBef>
                          <a:spcPts val="300"/>
                        </a:spcBef>
                        <a:spcAft>
                          <a:spcPct val="0"/>
                        </a:spcAft>
                        <a:buFont typeface="Arial"/>
                        <a:buChar char="•"/>
                      </a:pPr>
                      <a:r>
                        <a:rPr lang="en-AU" sz="1100" kern="0" noProof="0" dirty="0">
                          <a:solidFill>
                            <a:srgbClr val="000000"/>
                          </a:solidFill>
                          <a:latin typeface="Arial"/>
                          <a:ea typeface="Arial Unicode MS"/>
                          <a:cs typeface="Arial"/>
                        </a:rPr>
                        <a:t>Provides out-of-the-box integration for over 200 interfaces and growing both on buy &amp; sell side, covering the full source-to-settle process (not only P2P) and Ariba Network</a:t>
                      </a:r>
                      <a:endParaRPr lang="en-AU" sz="1100" kern="0" dirty="0">
                        <a:solidFill>
                          <a:srgbClr val="000000"/>
                        </a:solidFill>
                        <a:latin typeface="Arial"/>
                        <a:ea typeface="Arial Unicode MS"/>
                        <a:cs typeface="Arial"/>
                      </a:endParaRPr>
                    </a:p>
                    <a:p>
                      <a:pPr marL="181610" lvl="0" indent="-171450" algn="l">
                        <a:spcBef>
                          <a:spcPts val="300"/>
                        </a:spcBef>
                        <a:spcAft>
                          <a:spcPct val="0"/>
                        </a:spcAft>
                        <a:buFont typeface="Arial"/>
                        <a:buChar char="•"/>
                      </a:pPr>
                      <a:r>
                        <a:rPr lang="en-AU" sz="1100" kern="0" noProof="0" dirty="0">
                          <a:solidFill>
                            <a:srgbClr val="000000"/>
                          </a:solidFill>
                          <a:latin typeface="Arial"/>
                          <a:ea typeface="Arial Unicode MS"/>
                          <a:cs typeface="Arial"/>
                        </a:rPr>
                        <a:t>No additional costs</a:t>
                      </a:r>
                    </a:p>
                    <a:p>
                      <a:pPr marL="182245" lvl="1" indent="-171450" algn="l">
                        <a:spcBef>
                          <a:spcPts val="300"/>
                        </a:spcBef>
                        <a:spcAft>
                          <a:spcPct val="0"/>
                        </a:spcAft>
                        <a:buFont typeface="Arial"/>
                        <a:buChar char="•"/>
                      </a:pPr>
                      <a:endParaRPr lang="en-AU" sz="1100" kern="0" dirty="0">
                        <a:solidFill>
                          <a:srgbClr val="000000"/>
                        </a:solidFill>
                        <a:latin typeface="Arial"/>
                        <a:ea typeface="Arial Unicode MS"/>
                        <a:cs typeface="Arial"/>
                      </a:endParaRPr>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82245" lvl="1" indent="-171450" algn="l">
                        <a:spcBef>
                          <a:spcPts val="300"/>
                        </a:spcBef>
                        <a:spcAft>
                          <a:spcPct val="0"/>
                        </a:spcAft>
                        <a:buClr>
                          <a:srgbClr val="000000"/>
                        </a:buClr>
                        <a:buFont typeface="Arial,Sans-Serif"/>
                        <a:buChar char="•"/>
                      </a:pPr>
                      <a:r>
                        <a:rPr lang="en-AU" sz="1100" b="0" i="0" u="none" strike="noStrike" kern="0" noProof="0" dirty="0">
                          <a:solidFill>
                            <a:srgbClr val="000000"/>
                          </a:solidFill>
                          <a:latin typeface="Arial"/>
                        </a:rPr>
                        <a:t>Process Efficiency</a:t>
                      </a:r>
                      <a:endParaRPr lang="en-US" sz="1100" b="0" i="0" u="none" strike="noStrike" kern="0" noProof="0" dirty="0"/>
                    </a:p>
                    <a:p>
                      <a:pPr marL="182245" lvl="1" indent="-171450" algn="l">
                        <a:spcBef>
                          <a:spcPts val="300"/>
                        </a:spcBef>
                        <a:spcAft>
                          <a:spcPct val="0"/>
                        </a:spcAft>
                        <a:buClr>
                          <a:srgbClr val="000000"/>
                        </a:buClr>
                        <a:buFont typeface="Arial,Sans-Serif"/>
                        <a:buChar char="•"/>
                      </a:pPr>
                      <a:r>
                        <a:rPr lang="en-AU" sz="1100" b="0" i="0" u="none" strike="noStrike" kern="0" noProof="0" dirty="0">
                          <a:solidFill>
                            <a:srgbClr val="000000"/>
                          </a:solidFill>
                          <a:latin typeface="Arial"/>
                        </a:rPr>
                        <a:t>Incremental Cost Reduction</a:t>
                      </a:r>
                      <a:endParaRPr lang="en-AU" sz="2100" dirty="0"/>
                    </a:p>
                  </a:txBody>
                  <a:tcPr marL="91419" marR="91419"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3477367"/>
                  </a:ext>
                </a:extLst>
              </a:tr>
            </a:tbl>
          </a:graphicData>
        </a:graphic>
      </p:graphicFrame>
      <p:sp>
        <p:nvSpPr>
          <p:cNvPr id="3" name="Title 2">
            <a:extLst>
              <a:ext uri="{FF2B5EF4-FFF2-40B4-BE49-F238E27FC236}">
                <a16:creationId xmlns:a16="http://schemas.microsoft.com/office/drawing/2014/main" id="{B4800C76-459E-AA44-9BEC-8995296EA523}"/>
              </a:ext>
            </a:extLst>
          </p:cNvPr>
          <p:cNvSpPr>
            <a:spLocks noGrp="1"/>
          </p:cNvSpPr>
          <p:nvPr>
            <p:ph type="title"/>
          </p:nvPr>
        </p:nvSpPr>
        <p:spPr>
          <a:xfrm>
            <a:off x="505296" y="154223"/>
            <a:ext cx="11183887" cy="369333"/>
          </a:xfrm>
        </p:spPr>
        <p:txBody>
          <a:bodyPr/>
          <a:lstStyle/>
          <a:p>
            <a:r>
              <a:rPr lang="en-US" dirty="0"/>
              <a:t>Summary Findings – </a:t>
            </a:r>
            <a:r>
              <a:rPr lang="en-US" dirty="0">
                <a:solidFill>
                  <a:schemeClr val="accent6"/>
                </a:solidFill>
              </a:rPr>
              <a:t>Long Term (6+ Months)</a:t>
            </a:r>
          </a:p>
        </p:txBody>
      </p:sp>
    </p:spTree>
    <p:extLst>
      <p:ext uri="{BB962C8B-B14F-4D97-AF65-F5344CB8AC3E}">
        <p14:creationId xmlns:p14="http://schemas.microsoft.com/office/powerpoint/2010/main" val="2240589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5296" y="503999"/>
            <a:ext cx="11183887" cy="676951"/>
          </a:xfrm>
        </p:spPr>
        <p:txBody>
          <a:bodyPr/>
          <a:lstStyle/>
          <a:p>
            <a:r>
              <a:rPr lang="en-US" dirty="0">
                <a:cs typeface="Arial" panose="020B0604020202020204" pitchFamily="34" charset="0"/>
              </a:rPr>
              <a:t>Executive Summary: Defining Our Recommendations</a:t>
            </a:r>
            <a:br>
              <a:rPr lang="en-US" dirty="0">
                <a:cs typeface="Arial" panose="020B0604020202020204" pitchFamily="34" charset="0"/>
              </a:rPr>
            </a:br>
            <a:r>
              <a:rPr lang="en-US" sz="2000" dirty="0">
                <a:solidFill>
                  <a:schemeClr val="accent1"/>
                </a:solidFill>
                <a:cs typeface="Arial" panose="020B0604020202020204" pitchFamily="34" charset="0"/>
              </a:rPr>
              <a:t>Impact, Priority, Effort, Timeline</a:t>
            </a:r>
            <a:endParaRPr lang="en-US" sz="1800" dirty="0">
              <a:solidFill>
                <a:schemeClr val="accent1"/>
              </a:solidFill>
              <a:cs typeface="Arial" panose="020B0604020202020204" pitchFamily="34" charset="0"/>
            </a:endParaRPr>
          </a:p>
        </p:txBody>
      </p:sp>
      <p:sp>
        <p:nvSpPr>
          <p:cNvPr id="3" name="Rectangle 2"/>
          <p:cNvSpPr/>
          <p:nvPr/>
        </p:nvSpPr>
        <p:spPr>
          <a:xfrm>
            <a:off x="668145" y="4128291"/>
            <a:ext cx="3282617" cy="1841104"/>
          </a:xfrm>
          <a:prstGeom prst="rect">
            <a:avLst/>
          </a:prstGeom>
        </p:spPr>
        <p:txBody>
          <a:bodyPr wrap="square">
            <a:spAutoFit/>
          </a:bodyPr>
          <a:lstStyle/>
          <a:p>
            <a:pPr>
              <a:spcBef>
                <a:spcPts val="600"/>
              </a:spcBef>
              <a:buClr>
                <a:srgbClr val="F0AB00"/>
              </a:buClr>
              <a:buSzPct val="100000"/>
            </a:pPr>
            <a:r>
              <a:rPr lang="en-US" sz="2000" b="1" dirty="0">
                <a:solidFill>
                  <a:schemeClr val="accent4"/>
                </a:solidFill>
                <a:latin typeface="+mj-lt"/>
                <a:cs typeface="Arial" panose="020B0604020202020204" pitchFamily="34" charset="0"/>
              </a:rPr>
              <a:t>Quick Wins / </a:t>
            </a:r>
            <a:r>
              <a:rPr lang="en-US" sz="2000" b="1" dirty="0">
                <a:solidFill>
                  <a:schemeClr val="accent3"/>
                </a:solidFill>
                <a:latin typeface="+mj-lt"/>
                <a:cs typeface="Arial" panose="020B0604020202020204" pitchFamily="34" charset="0"/>
              </a:rPr>
              <a:t>Short Term</a:t>
            </a:r>
          </a:p>
          <a:p>
            <a:pPr>
              <a:spcBef>
                <a:spcPts val="600"/>
              </a:spcBef>
              <a:buClr>
                <a:srgbClr val="F0AB00"/>
              </a:buClr>
              <a:buSzPct val="100000"/>
            </a:pPr>
            <a:r>
              <a:rPr lang="en-US" sz="1200" b="1" kern="0" dirty="0">
                <a:solidFill>
                  <a:srgbClr val="000000"/>
                </a:solidFill>
                <a:ea typeface="Arial Unicode MS" pitchFamily="34" charset="-128"/>
                <a:cs typeface="Arial" panose="020B0604020202020204" pitchFamily="34" charset="0"/>
              </a:rPr>
              <a:t>0-3 Months</a:t>
            </a:r>
            <a:endParaRPr lang="en-US" sz="1200" b="1" dirty="0">
              <a:solidFill>
                <a:schemeClr val="accent4"/>
              </a:solidFill>
              <a:latin typeface="+mj-lt"/>
              <a:cs typeface="Arial" panose="020B0604020202020204" pitchFamily="34" charset="0"/>
            </a:endParaRPr>
          </a:p>
          <a:p>
            <a:pPr marL="179352" lvl="1" indent="-168241" fontAlgn="base">
              <a:spcBef>
                <a:spcPts val="400"/>
              </a:spcBef>
              <a:spcAft>
                <a:spcPct val="0"/>
              </a:spcAft>
              <a:buClr>
                <a:srgbClr val="F0AB00"/>
              </a:buClr>
              <a:buSzPct val="80000"/>
            </a:pPr>
            <a:r>
              <a:rPr lang="en-US" sz="1400" kern="0" dirty="0">
                <a:solidFill>
                  <a:srgbClr val="000000"/>
                </a:solidFill>
                <a:latin typeface="+mj-lt"/>
                <a:ea typeface="Arial Unicode MS" pitchFamily="34" charset="-128"/>
                <a:cs typeface="Arial" panose="020B0604020202020204" pitchFamily="34" charset="0"/>
              </a:rPr>
              <a:t>Quick hit item with little complexity</a:t>
            </a:r>
          </a:p>
          <a:p>
            <a:pPr marL="179352" lvl="1" indent="-168241" fontAlgn="base">
              <a:spcBef>
                <a:spcPts val="400"/>
              </a:spcBef>
              <a:spcAft>
                <a:spcPct val="0"/>
              </a:spcAft>
              <a:buClr>
                <a:srgbClr val="F0AB00"/>
              </a:buClr>
              <a:buSzPct val="80000"/>
            </a:pPr>
            <a:r>
              <a:rPr lang="en-US" sz="1400" kern="0" dirty="0">
                <a:solidFill>
                  <a:srgbClr val="000000"/>
                </a:solidFill>
                <a:latin typeface="+mj-lt"/>
                <a:ea typeface="Arial Unicode MS" pitchFamily="34" charset="-128"/>
                <a:cs typeface="Arial" panose="020B0604020202020204" pitchFamily="34" charset="0"/>
              </a:rPr>
              <a:t>Item needed immediately regardless of complexity, given high degree of anticipated impact and / or pain currently experienced</a:t>
            </a:r>
          </a:p>
        </p:txBody>
      </p:sp>
      <p:sp>
        <p:nvSpPr>
          <p:cNvPr id="6" name="Oval 5">
            <a:extLst>
              <a:ext uri="{FF2B5EF4-FFF2-40B4-BE49-F238E27FC236}">
                <a16:creationId xmlns:a16="http://schemas.microsoft.com/office/drawing/2014/main" id="{34D55E4C-218E-4142-A524-C15079A3B992}"/>
              </a:ext>
            </a:extLst>
          </p:cNvPr>
          <p:cNvSpPr/>
          <p:nvPr/>
        </p:nvSpPr>
        <p:spPr bwMode="gray">
          <a:xfrm>
            <a:off x="923873" y="2125171"/>
            <a:ext cx="1953760" cy="1953760"/>
          </a:xfrm>
          <a:prstGeom prst="ellipse">
            <a:avLst/>
          </a:prstGeom>
          <a:noFill/>
          <a:ln w="31750" cap="rnd" algn="ctr">
            <a:solidFill>
              <a:schemeClr val="accent4"/>
            </a:solidFill>
            <a:prstDash val="sysDot"/>
            <a:miter lim="800000"/>
            <a:headEnd/>
            <a:tailEnd/>
          </a:ln>
        </p:spPr>
        <p:txBody>
          <a:bodyPr lIns="89979" tIns="71983" rIns="89979" bIns="71983" rtlCol="0" anchor="ctr"/>
          <a:lstStyle/>
          <a:p>
            <a:pPr algn="ctr" defTabSz="914217" fontAlgn="base">
              <a:spcBef>
                <a:spcPct val="50000"/>
              </a:spcBef>
              <a:spcAft>
                <a:spcPct val="0"/>
              </a:spcAft>
              <a:buClr>
                <a:srgbClr val="F0AB00"/>
              </a:buClr>
              <a:buSzPct val="80000"/>
            </a:pPr>
            <a:endParaRPr lang="en-US" sz="1800" kern="0" dirty="0">
              <a:latin typeface="+mj-lt"/>
              <a:ea typeface="Arial Unicode MS" pitchFamily="34" charset="-128"/>
              <a:cs typeface="Arial Unicode MS" pitchFamily="34" charset="-128"/>
            </a:endParaRPr>
          </a:p>
        </p:txBody>
      </p:sp>
      <p:sp useBgFill="1">
        <p:nvSpPr>
          <p:cNvPr id="12" name="Oval 11">
            <a:extLst>
              <a:ext uri="{FF2B5EF4-FFF2-40B4-BE49-F238E27FC236}">
                <a16:creationId xmlns:a16="http://schemas.microsoft.com/office/drawing/2014/main" id="{0372EE52-50A6-D14C-AB48-1493107E4B28}"/>
              </a:ext>
            </a:extLst>
          </p:cNvPr>
          <p:cNvSpPr/>
          <p:nvPr/>
        </p:nvSpPr>
        <p:spPr bwMode="gray">
          <a:xfrm>
            <a:off x="8500140" y="2125171"/>
            <a:ext cx="1953760" cy="1953760"/>
          </a:xfrm>
          <a:prstGeom prst="ellipse">
            <a:avLst/>
          </a:prstGeom>
          <a:ln w="31750" cap="rnd" algn="ctr">
            <a:solidFill>
              <a:schemeClr val="accent3"/>
            </a:solidFill>
            <a:prstDash val="sysDot"/>
            <a:miter lim="800000"/>
            <a:headEnd/>
            <a:tailEnd/>
          </a:ln>
        </p:spPr>
        <p:txBody>
          <a:bodyPr lIns="89979" tIns="71983" rIns="89979" bIns="71983" rtlCol="0" anchor="ctr"/>
          <a:lstStyle/>
          <a:p>
            <a:pPr algn="ctr" defTabSz="914217" fontAlgn="base">
              <a:spcBef>
                <a:spcPct val="50000"/>
              </a:spcBef>
              <a:spcAft>
                <a:spcPct val="0"/>
              </a:spcAft>
              <a:buClr>
                <a:srgbClr val="F0AB00"/>
              </a:buClr>
              <a:buSzPct val="80000"/>
            </a:pPr>
            <a:endParaRPr lang="en-US" sz="1800" kern="0" dirty="0">
              <a:solidFill>
                <a:schemeClr val="accent3"/>
              </a:solidFill>
              <a:latin typeface="+mj-lt"/>
              <a:ea typeface="Arial Unicode MS" pitchFamily="34" charset="-128"/>
              <a:cs typeface="Arial Unicode MS" pitchFamily="34" charset="-128"/>
            </a:endParaRPr>
          </a:p>
        </p:txBody>
      </p:sp>
      <p:sp>
        <p:nvSpPr>
          <p:cNvPr id="13" name="Oval 12">
            <a:extLst>
              <a:ext uri="{FF2B5EF4-FFF2-40B4-BE49-F238E27FC236}">
                <a16:creationId xmlns:a16="http://schemas.microsoft.com/office/drawing/2014/main" id="{A643A113-794E-5D4A-AC4F-160D441A7236}"/>
              </a:ext>
            </a:extLst>
          </p:cNvPr>
          <p:cNvSpPr/>
          <p:nvPr/>
        </p:nvSpPr>
        <p:spPr bwMode="gray">
          <a:xfrm>
            <a:off x="4712007" y="2125171"/>
            <a:ext cx="1953760" cy="1953760"/>
          </a:xfrm>
          <a:prstGeom prst="ellipse">
            <a:avLst/>
          </a:prstGeom>
          <a:noFill/>
          <a:ln w="31750" cap="rnd" algn="ctr">
            <a:solidFill>
              <a:schemeClr val="accent1"/>
            </a:solidFill>
            <a:prstDash val="sysDot"/>
            <a:miter lim="800000"/>
            <a:headEnd/>
            <a:tailEnd/>
          </a:ln>
        </p:spPr>
        <p:txBody>
          <a:bodyPr lIns="89979" tIns="71983" rIns="89979" bIns="71983" rtlCol="0" anchor="ctr"/>
          <a:lstStyle/>
          <a:p>
            <a:pPr algn="ctr" defTabSz="914217" fontAlgn="base">
              <a:spcBef>
                <a:spcPct val="50000"/>
              </a:spcBef>
              <a:spcAft>
                <a:spcPct val="0"/>
              </a:spcAft>
              <a:buClr>
                <a:srgbClr val="F0AB00"/>
              </a:buClr>
              <a:buSzPct val="80000"/>
            </a:pPr>
            <a:endParaRPr lang="en-US" sz="1800" kern="0" dirty="0">
              <a:latin typeface="+mj-lt"/>
              <a:ea typeface="Arial Unicode MS" pitchFamily="34" charset="-128"/>
              <a:cs typeface="Arial Unicode MS" pitchFamily="34" charset="-128"/>
            </a:endParaRPr>
          </a:p>
        </p:txBody>
      </p:sp>
      <p:sp>
        <p:nvSpPr>
          <p:cNvPr id="14" name="Rectangle 13">
            <a:extLst>
              <a:ext uri="{FF2B5EF4-FFF2-40B4-BE49-F238E27FC236}">
                <a16:creationId xmlns:a16="http://schemas.microsoft.com/office/drawing/2014/main" id="{1500DBFC-3EF5-7E4B-8BAA-8FFDB36DB82C}"/>
              </a:ext>
            </a:extLst>
          </p:cNvPr>
          <p:cNvSpPr/>
          <p:nvPr/>
        </p:nvSpPr>
        <p:spPr>
          <a:xfrm>
            <a:off x="4445158" y="4128292"/>
            <a:ext cx="3282617" cy="2302662"/>
          </a:xfrm>
          <a:prstGeom prst="rect">
            <a:avLst/>
          </a:prstGeom>
        </p:spPr>
        <p:txBody>
          <a:bodyPr wrap="square">
            <a:spAutoFit/>
          </a:bodyPr>
          <a:lstStyle/>
          <a:p>
            <a:pPr>
              <a:spcBef>
                <a:spcPts val="600"/>
              </a:spcBef>
              <a:buClr>
                <a:srgbClr val="F0AB00"/>
              </a:buClr>
              <a:buSzPct val="100000"/>
            </a:pPr>
            <a:r>
              <a:rPr lang="en-US" sz="2000" b="1" dirty="0">
                <a:solidFill>
                  <a:schemeClr val="accent1"/>
                </a:solidFill>
                <a:latin typeface="+mj-lt"/>
                <a:cs typeface="Arial" panose="020B0604020202020204" pitchFamily="34" charset="0"/>
              </a:rPr>
              <a:t>Midterm</a:t>
            </a:r>
          </a:p>
          <a:p>
            <a:pPr>
              <a:spcBef>
                <a:spcPts val="600"/>
              </a:spcBef>
              <a:buClr>
                <a:srgbClr val="F0AB00"/>
              </a:buClr>
              <a:buSzPct val="100000"/>
            </a:pPr>
            <a:r>
              <a:rPr lang="en-US" sz="1400" b="1" kern="0" dirty="0">
                <a:solidFill>
                  <a:srgbClr val="000000"/>
                </a:solidFill>
                <a:ea typeface="Arial Unicode MS" pitchFamily="34" charset="-128"/>
                <a:cs typeface="Arial" panose="020B0604020202020204" pitchFamily="34" charset="0"/>
              </a:rPr>
              <a:t>3-6 Months</a:t>
            </a:r>
            <a:endParaRPr lang="en-US" sz="1400" b="1" dirty="0">
              <a:solidFill>
                <a:schemeClr val="accent1"/>
              </a:solidFill>
              <a:latin typeface="+mj-lt"/>
              <a:cs typeface="Arial" panose="020B0604020202020204" pitchFamily="34" charset="0"/>
            </a:endParaRPr>
          </a:p>
          <a:p>
            <a:pPr marL="179352" lvl="1" indent="-168241" fontAlgn="base">
              <a:spcBef>
                <a:spcPts val="400"/>
              </a:spcBef>
              <a:spcAft>
                <a:spcPct val="0"/>
              </a:spcAft>
              <a:buClr>
                <a:srgbClr val="F0AB00"/>
              </a:buClr>
              <a:buSzPct val="80000"/>
            </a:pPr>
            <a:r>
              <a:rPr lang="en-US" sz="1400" kern="0" dirty="0">
                <a:solidFill>
                  <a:srgbClr val="000000"/>
                </a:solidFill>
                <a:latin typeface="+mj-lt"/>
                <a:ea typeface="Arial Unicode MS" pitchFamily="34" charset="-128"/>
                <a:cs typeface="Arial" panose="020B0604020202020204" pitchFamily="34" charset="0"/>
              </a:rPr>
              <a:t>Expansion or evolution of item from initial phases (continuous improvement)</a:t>
            </a:r>
          </a:p>
          <a:p>
            <a:pPr marL="179352" lvl="1" indent="-168241" fontAlgn="base">
              <a:spcBef>
                <a:spcPts val="400"/>
              </a:spcBef>
              <a:spcAft>
                <a:spcPct val="0"/>
              </a:spcAft>
              <a:buClr>
                <a:srgbClr val="F0AB00"/>
              </a:buClr>
              <a:buSzPct val="80000"/>
            </a:pPr>
            <a:r>
              <a:rPr lang="en-US" sz="1400" kern="0" dirty="0">
                <a:solidFill>
                  <a:srgbClr val="000000"/>
                </a:solidFill>
                <a:latin typeface="+mj-lt"/>
                <a:ea typeface="Arial Unicode MS" pitchFamily="34" charset="-128"/>
                <a:cs typeface="Arial" panose="020B0604020202020204" pitchFamily="34" charset="0"/>
              </a:rPr>
              <a:t>Item that is not an immediate need, regardless of complexity, based on relative priority when compared to other items</a:t>
            </a:r>
          </a:p>
        </p:txBody>
      </p:sp>
      <p:sp>
        <p:nvSpPr>
          <p:cNvPr id="18" name="Rectangle 17">
            <a:extLst>
              <a:ext uri="{FF2B5EF4-FFF2-40B4-BE49-F238E27FC236}">
                <a16:creationId xmlns:a16="http://schemas.microsoft.com/office/drawing/2014/main" id="{9B5F0BE6-43CB-DC45-8FF9-608DFCDF2565}"/>
              </a:ext>
            </a:extLst>
          </p:cNvPr>
          <p:cNvSpPr/>
          <p:nvPr/>
        </p:nvSpPr>
        <p:spPr>
          <a:xfrm>
            <a:off x="8271207" y="4128291"/>
            <a:ext cx="3282617" cy="1656481"/>
          </a:xfrm>
          <a:prstGeom prst="rect">
            <a:avLst/>
          </a:prstGeom>
        </p:spPr>
        <p:txBody>
          <a:bodyPr wrap="square">
            <a:spAutoFit/>
          </a:bodyPr>
          <a:lstStyle/>
          <a:p>
            <a:pPr>
              <a:spcBef>
                <a:spcPts val="600"/>
              </a:spcBef>
              <a:buClr>
                <a:srgbClr val="F0AB00"/>
              </a:buClr>
              <a:buSzPct val="100000"/>
            </a:pPr>
            <a:r>
              <a:rPr lang="en-US" sz="2000" b="1" dirty="0">
                <a:solidFill>
                  <a:srgbClr val="7030A0"/>
                </a:solidFill>
                <a:latin typeface="+mj-lt"/>
                <a:cs typeface="Arial" panose="020B0604020202020204" pitchFamily="34" charset="0"/>
              </a:rPr>
              <a:t>Long-Term / Ongoing</a:t>
            </a:r>
          </a:p>
          <a:p>
            <a:pPr>
              <a:spcBef>
                <a:spcPts val="600"/>
              </a:spcBef>
              <a:buClr>
                <a:srgbClr val="F0AB00"/>
              </a:buClr>
              <a:buSzPct val="100000"/>
            </a:pPr>
            <a:r>
              <a:rPr lang="en-US" sz="1400" b="1" kern="0" dirty="0">
                <a:solidFill>
                  <a:srgbClr val="000000"/>
                </a:solidFill>
                <a:ea typeface="Arial Unicode MS" pitchFamily="34" charset="-128"/>
                <a:cs typeface="Arial" panose="020B0604020202020204" pitchFamily="34" charset="0"/>
              </a:rPr>
              <a:t>6+ Months</a:t>
            </a:r>
            <a:endParaRPr lang="en-US" sz="1400" b="1" dirty="0">
              <a:solidFill>
                <a:schemeClr val="accent3"/>
              </a:solidFill>
              <a:latin typeface="+mj-lt"/>
              <a:cs typeface="Arial" panose="020B0604020202020204" pitchFamily="34" charset="0"/>
            </a:endParaRPr>
          </a:p>
          <a:p>
            <a:pPr marL="179352" lvl="1" indent="-168241" fontAlgn="base">
              <a:spcBef>
                <a:spcPts val="400"/>
              </a:spcBef>
              <a:spcAft>
                <a:spcPct val="0"/>
              </a:spcAft>
              <a:buClr>
                <a:srgbClr val="F0AB00"/>
              </a:buClr>
              <a:buSzPct val="80000"/>
            </a:pPr>
            <a:r>
              <a:rPr lang="en-US" sz="1400" kern="0" dirty="0">
                <a:solidFill>
                  <a:srgbClr val="000000"/>
                </a:solidFill>
                <a:latin typeface="+mj-lt"/>
                <a:ea typeface="Arial Unicode MS" pitchFamily="34" charset="-128"/>
                <a:cs typeface="Arial" panose="020B0604020202020204" pitchFamily="34" charset="0"/>
              </a:rPr>
              <a:t>Item pending further due diligence and discussion</a:t>
            </a:r>
          </a:p>
          <a:p>
            <a:pPr marL="179352" lvl="1" indent="-168241" fontAlgn="base">
              <a:spcBef>
                <a:spcPts val="400"/>
              </a:spcBef>
              <a:spcAft>
                <a:spcPct val="0"/>
              </a:spcAft>
              <a:buClr>
                <a:srgbClr val="F0AB00"/>
              </a:buClr>
              <a:buSzPct val="80000"/>
            </a:pPr>
            <a:r>
              <a:rPr lang="en-US" sz="1400" kern="0" dirty="0">
                <a:solidFill>
                  <a:srgbClr val="000000"/>
                </a:solidFill>
                <a:latin typeface="+mj-lt"/>
                <a:ea typeface="Arial Unicode MS" pitchFamily="34" charset="-128"/>
                <a:cs typeface="Arial" panose="020B0604020202020204" pitchFamily="34" charset="0"/>
              </a:rPr>
              <a:t>Activity to be reviewed or undertaken periodically in the long term</a:t>
            </a:r>
          </a:p>
        </p:txBody>
      </p:sp>
      <p:pic>
        <p:nvPicPr>
          <p:cNvPr id="5" name="Picture 4">
            <a:extLst>
              <a:ext uri="{FF2B5EF4-FFF2-40B4-BE49-F238E27FC236}">
                <a16:creationId xmlns:a16="http://schemas.microsoft.com/office/drawing/2014/main" id="{BFE51FFC-1DFE-8943-BBE9-9EFD270BD33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48161" y="2297256"/>
            <a:ext cx="1577172" cy="1577172"/>
          </a:xfrm>
          <a:prstGeom prst="rect">
            <a:avLst/>
          </a:prstGeom>
        </p:spPr>
      </p:pic>
      <p:pic>
        <p:nvPicPr>
          <p:cNvPr id="19" name="Picture 18">
            <a:extLst>
              <a:ext uri="{FF2B5EF4-FFF2-40B4-BE49-F238E27FC236}">
                <a16:creationId xmlns:a16="http://schemas.microsoft.com/office/drawing/2014/main" id="{50E28FE4-2F33-124D-8E2E-A68C927C13F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84092" y="2297256"/>
            <a:ext cx="1609589" cy="1609589"/>
          </a:xfrm>
          <a:prstGeom prst="rect">
            <a:avLst/>
          </a:prstGeom>
        </p:spPr>
      </p:pic>
      <p:pic>
        <p:nvPicPr>
          <p:cNvPr id="21" name="Picture 20">
            <a:extLst>
              <a:ext uri="{FF2B5EF4-FFF2-40B4-BE49-F238E27FC236}">
                <a16:creationId xmlns:a16="http://schemas.microsoft.com/office/drawing/2014/main" id="{653DD042-A422-0545-8ACB-D58957F8826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706891" y="2198727"/>
            <a:ext cx="1644633" cy="1644633"/>
          </a:xfrm>
          <a:prstGeom prst="rect">
            <a:avLst/>
          </a:prstGeom>
        </p:spPr>
      </p:pic>
      <p:sp>
        <p:nvSpPr>
          <p:cNvPr id="15" name="TextBox 14">
            <a:extLst>
              <a:ext uri="{FF2B5EF4-FFF2-40B4-BE49-F238E27FC236}">
                <a16:creationId xmlns:a16="http://schemas.microsoft.com/office/drawing/2014/main" id="{B0A5FD86-8A7F-482E-B180-510EF1FD6E64}"/>
              </a:ext>
            </a:extLst>
          </p:cNvPr>
          <p:cNvSpPr txBox="1"/>
          <p:nvPr/>
        </p:nvSpPr>
        <p:spPr>
          <a:xfrm>
            <a:off x="1037506" y="1686671"/>
            <a:ext cx="3931010" cy="276935"/>
          </a:xfrm>
          <a:prstGeom prst="rect">
            <a:avLst/>
          </a:prstGeom>
          <a:noFill/>
          <a:ln>
            <a:solidFill>
              <a:schemeClr val="tx1"/>
            </a:solidFill>
          </a:ln>
        </p:spPr>
        <p:txBody>
          <a:bodyPr wrap="square" lIns="0" tIns="0" rIns="0" bIns="0" rtlCol="0">
            <a:spAutoFit/>
          </a:bodyPr>
          <a:lstStyle/>
          <a:p>
            <a:pPr fontAlgn="base">
              <a:spcBef>
                <a:spcPct val="50000"/>
              </a:spcBef>
              <a:spcAft>
                <a:spcPct val="0"/>
              </a:spcAft>
              <a:buClr>
                <a:srgbClr val="F0AB00"/>
              </a:buClr>
              <a:buSzPct val="80000"/>
            </a:pPr>
            <a:endParaRPr lang="en-US" sz="1800" kern="0" dirty="0">
              <a:ea typeface="Arial Unicode MS" pitchFamily="34" charset="-128"/>
              <a:cs typeface="Arial Unicode MS" pitchFamily="34" charset="-128"/>
            </a:endParaRPr>
          </a:p>
        </p:txBody>
      </p:sp>
      <p:sp>
        <p:nvSpPr>
          <p:cNvPr id="16" name="TextBox 15">
            <a:extLst>
              <a:ext uri="{FF2B5EF4-FFF2-40B4-BE49-F238E27FC236}">
                <a16:creationId xmlns:a16="http://schemas.microsoft.com/office/drawing/2014/main" id="{83F70EDA-75F6-412D-AA92-202BEEFE2388}"/>
              </a:ext>
            </a:extLst>
          </p:cNvPr>
          <p:cNvSpPr txBox="1"/>
          <p:nvPr/>
        </p:nvSpPr>
        <p:spPr>
          <a:xfrm>
            <a:off x="5723909" y="1686671"/>
            <a:ext cx="3931010" cy="276935"/>
          </a:xfrm>
          <a:prstGeom prst="rect">
            <a:avLst/>
          </a:prstGeom>
          <a:noFill/>
          <a:ln>
            <a:solidFill>
              <a:schemeClr val="tx1"/>
            </a:solidFill>
          </a:ln>
        </p:spPr>
        <p:txBody>
          <a:bodyPr wrap="square" lIns="0" tIns="0" rIns="0" bIns="0" rtlCol="0">
            <a:spAutoFit/>
          </a:bodyPr>
          <a:lstStyle/>
          <a:p>
            <a:pPr fontAlgn="base">
              <a:spcBef>
                <a:spcPct val="50000"/>
              </a:spcBef>
              <a:spcAft>
                <a:spcPct val="0"/>
              </a:spcAft>
              <a:buClr>
                <a:srgbClr val="F0AB00"/>
              </a:buClr>
              <a:buSzPct val="80000"/>
            </a:pPr>
            <a:endParaRPr lang="en-US" sz="1800" kern="0" dirty="0">
              <a:ea typeface="Arial Unicode MS" pitchFamily="34" charset="-128"/>
              <a:cs typeface="Arial Unicode MS" pitchFamily="34" charset="-128"/>
            </a:endParaRPr>
          </a:p>
        </p:txBody>
      </p:sp>
      <p:sp>
        <p:nvSpPr>
          <p:cNvPr id="17" name="Flowchart: Connector 16">
            <a:extLst>
              <a:ext uri="{FF2B5EF4-FFF2-40B4-BE49-F238E27FC236}">
                <a16:creationId xmlns:a16="http://schemas.microsoft.com/office/drawing/2014/main" id="{1D3D7A5A-7781-41EB-A518-9D1C6D6FD4DD}"/>
              </a:ext>
            </a:extLst>
          </p:cNvPr>
          <p:cNvSpPr/>
          <p:nvPr/>
        </p:nvSpPr>
        <p:spPr bwMode="gray">
          <a:xfrm>
            <a:off x="5804187" y="1708224"/>
            <a:ext cx="274257" cy="276861"/>
          </a:xfrm>
          <a:prstGeom prst="flowChartConnector">
            <a:avLst/>
          </a:prstGeom>
          <a:solidFill>
            <a:schemeClr val="accent4"/>
          </a:solidFill>
          <a:ln w="6350" algn="ctr">
            <a:noFill/>
            <a:miter lim="800000"/>
            <a:headEnd/>
            <a:tailEnd/>
          </a:ln>
        </p:spPr>
        <p:txBody>
          <a:bodyPr lIns="89916" tIns="71932" rIns="89916" bIns="71932" rtlCol="0" anchor="ctr"/>
          <a:lstStyle/>
          <a:p>
            <a:pPr algn="ctr" defTabSz="913668" fontAlgn="base">
              <a:spcBef>
                <a:spcPct val="50000"/>
              </a:spcBef>
              <a:spcAft>
                <a:spcPct val="0"/>
              </a:spcAft>
              <a:buClr>
                <a:srgbClr val="F0AB00"/>
              </a:buClr>
              <a:buSzPct val="80000"/>
            </a:pPr>
            <a:r>
              <a:rPr lang="en-US" sz="1000" b="1" kern="0" dirty="0">
                <a:solidFill>
                  <a:schemeClr val="bg1"/>
                </a:solidFill>
                <a:ea typeface="Arial Unicode MS" pitchFamily="34" charset="-128"/>
                <a:cs typeface="Arial Unicode MS" pitchFamily="34" charset="-128"/>
              </a:rPr>
              <a:t>L</a:t>
            </a:r>
          </a:p>
        </p:txBody>
      </p:sp>
      <p:sp>
        <p:nvSpPr>
          <p:cNvPr id="20" name="Flowchart: Connector 19">
            <a:extLst>
              <a:ext uri="{FF2B5EF4-FFF2-40B4-BE49-F238E27FC236}">
                <a16:creationId xmlns:a16="http://schemas.microsoft.com/office/drawing/2014/main" id="{208C8A45-BDF9-42D0-9AFB-CB643728AF84}"/>
              </a:ext>
            </a:extLst>
          </p:cNvPr>
          <p:cNvSpPr/>
          <p:nvPr/>
        </p:nvSpPr>
        <p:spPr bwMode="gray">
          <a:xfrm>
            <a:off x="6952858" y="1708224"/>
            <a:ext cx="274257" cy="276861"/>
          </a:xfrm>
          <a:prstGeom prst="flowChartConnector">
            <a:avLst/>
          </a:prstGeom>
          <a:solidFill>
            <a:srgbClr val="FFC000"/>
          </a:solidFill>
          <a:ln w="6350" algn="ctr">
            <a:noFill/>
            <a:miter lim="800000"/>
            <a:headEnd/>
            <a:tailEnd/>
          </a:ln>
        </p:spPr>
        <p:txBody>
          <a:bodyPr lIns="89916" tIns="71932" rIns="89916" bIns="71932" rtlCol="0" anchor="ctr"/>
          <a:lstStyle/>
          <a:p>
            <a:pPr algn="ctr" defTabSz="913668" fontAlgn="base">
              <a:spcBef>
                <a:spcPct val="50000"/>
              </a:spcBef>
              <a:spcAft>
                <a:spcPct val="0"/>
              </a:spcAft>
              <a:buClr>
                <a:srgbClr val="F0AB00"/>
              </a:buClr>
              <a:buSzPct val="80000"/>
            </a:pPr>
            <a:r>
              <a:rPr lang="en-US" sz="1000" b="1" kern="0" dirty="0">
                <a:solidFill>
                  <a:schemeClr val="bg1"/>
                </a:solidFill>
                <a:ea typeface="Arial Unicode MS" pitchFamily="34" charset="-128"/>
                <a:cs typeface="Arial Unicode MS" pitchFamily="34" charset="-128"/>
              </a:rPr>
              <a:t>M</a:t>
            </a:r>
          </a:p>
        </p:txBody>
      </p:sp>
      <p:sp>
        <p:nvSpPr>
          <p:cNvPr id="22" name="Flowchart: Connector 21">
            <a:extLst>
              <a:ext uri="{FF2B5EF4-FFF2-40B4-BE49-F238E27FC236}">
                <a16:creationId xmlns:a16="http://schemas.microsoft.com/office/drawing/2014/main" id="{2AC69CED-1D6B-475C-9927-E609A4DFA2D5}"/>
              </a:ext>
            </a:extLst>
          </p:cNvPr>
          <p:cNvSpPr/>
          <p:nvPr/>
        </p:nvSpPr>
        <p:spPr bwMode="gray">
          <a:xfrm>
            <a:off x="1117785" y="1708224"/>
            <a:ext cx="274257" cy="276861"/>
          </a:xfrm>
          <a:prstGeom prst="flowChartConnector">
            <a:avLst/>
          </a:prstGeom>
          <a:solidFill>
            <a:srgbClr val="7030A0"/>
          </a:solidFill>
          <a:ln w="6350" algn="ctr">
            <a:noFill/>
            <a:miter lim="800000"/>
            <a:headEnd/>
            <a:tailEnd/>
          </a:ln>
        </p:spPr>
        <p:txBody>
          <a:bodyPr lIns="89916" tIns="71932" rIns="89916" bIns="71932" rtlCol="0" anchor="ctr"/>
          <a:lstStyle/>
          <a:p>
            <a:pPr algn="ctr" defTabSz="913668" fontAlgn="base">
              <a:spcBef>
                <a:spcPct val="50000"/>
              </a:spcBef>
              <a:spcAft>
                <a:spcPct val="0"/>
              </a:spcAft>
              <a:buClr>
                <a:srgbClr val="F0AB00"/>
              </a:buClr>
              <a:buSzPct val="80000"/>
            </a:pPr>
            <a:r>
              <a:rPr lang="en-US" sz="1000" b="1" kern="0" dirty="0">
                <a:solidFill>
                  <a:schemeClr val="bg1"/>
                </a:solidFill>
                <a:ea typeface="Arial Unicode MS" pitchFamily="34" charset="-128"/>
                <a:cs typeface="Arial Unicode MS" pitchFamily="34" charset="-128"/>
              </a:rPr>
              <a:t>L</a:t>
            </a:r>
          </a:p>
        </p:txBody>
      </p:sp>
      <p:sp>
        <p:nvSpPr>
          <p:cNvPr id="23" name="Flowchart: Connector 22">
            <a:extLst>
              <a:ext uri="{FF2B5EF4-FFF2-40B4-BE49-F238E27FC236}">
                <a16:creationId xmlns:a16="http://schemas.microsoft.com/office/drawing/2014/main" id="{DAA173AD-A1CA-4BC7-9CF3-689545F2B55E}"/>
              </a:ext>
            </a:extLst>
          </p:cNvPr>
          <p:cNvSpPr/>
          <p:nvPr/>
        </p:nvSpPr>
        <p:spPr bwMode="gray">
          <a:xfrm>
            <a:off x="8287502" y="1708224"/>
            <a:ext cx="274257" cy="276861"/>
          </a:xfrm>
          <a:prstGeom prst="flowChartConnector">
            <a:avLst/>
          </a:prstGeom>
          <a:solidFill>
            <a:srgbClr val="7030A0"/>
          </a:solidFill>
          <a:ln w="6350" algn="ctr">
            <a:noFill/>
            <a:miter lim="800000"/>
            <a:headEnd/>
            <a:tailEnd/>
          </a:ln>
        </p:spPr>
        <p:txBody>
          <a:bodyPr lIns="89916" tIns="71932" rIns="89916" bIns="71932" rtlCol="0" anchor="ctr"/>
          <a:lstStyle/>
          <a:p>
            <a:pPr algn="ctr" defTabSz="913668" fontAlgn="base">
              <a:spcBef>
                <a:spcPct val="50000"/>
              </a:spcBef>
              <a:spcAft>
                <a:spcPct val="0"/>
              </a:spcAft>
              <a:buClr>
                <a:srgbClr val="F0AB00"/>
              </a:buClr>
              <a:buSzPct val="80000"/>
            </a:pPr>
            <a:r>
              <a:rPr lang="en-US" sz="1000" b="1" kern="0" dirty="0">
                <a:solidFill>
                  <a:schemeClr val="bg1"/>
                </a:solidFill>
                <a:ea typeface="Arial Unicode MS" pitchFamily="34" charset="-128"/>
                <a:cs typeface="Arial Unicode MS" pitchFamily="34" charset="-128"/>
              </a:rPr>
              <a:t>H</a:t>
            </a:r>
          </a:p>
        </p:txBody>
      </p:sp>
      <p:sp>
        <p:nvSpPr>
          <p:cNvPr id="24" name="TextBox 23">
            <a:extLst>
              <a:ext uri="{FF2B5EF4-FFF2-40B4-BE49-F238E27FC236}">
                <a16:creationId xmlns:a16="http://schemas.microsoft.com/office/drawing/2014/main" id="{342C5B90-A09E-4C18-9B34-CA5BCFF39B75}"/>
              </a:ext>
            </a:extLst>
          </p:cNvPr>
          <p:cNvSpPr txBox="1"/>
          <p:nvPr/>
        </p:nvSpPr>
        <p:spPr>
          <a:xfrm>
            <a:off x="5723907" y="1349612"/>
            <a:ext cx="5668510" cy="307706"/>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2000" u="sng" kern="0" dirty="0">
                <a:ea typeface="Arial Unicode MS" pitchFamily="34" charset="-128"/>
                <a:cs typeface="Arial Unicode MS" pitchFamily="34" charset="-128"/>
              </a:rPr>
              <a:t>Effort: Design Complexity &amp; Change Management</a:t>
            </a:r>
          </a:p>
        </p:txBody>
      </p:sp>
      <p:sp>
        <p:nvSpPr>
          <p:cNvPr id="25" name="TextBox 24">
            <a:extLst>
              <a:ext uri="{FF2B5EF4-FFF2-40B4-BE49-F238E27FC236}">
                <a16:creationId xmlns:a16="http://schemas.microsoft.com/office/drawing/2014/main" id="{BD38FCBA-8928-49AF-9F14-2CBD8ACDC060}"/>
              </a:ext>
            </a:extLst>
          </p:cNvPr>
          <p:cNvSpPr txBox="1"/>
          <p:nvPr/>
        </p:nvSpPr>
        <p:spPr>
          <a:xfrm>
            <a:off x="1028966" y="1327002"/>
            <a:ext cx="1878284" cy="307706"/>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2000" u="sng" kern="0" dirty="0">
                <a:ea typeface="Arial Unicode MS" pitchFamily="34" charset="-128"/>
                <a:cs typeface="Arial Unicode MS" pitchFamily="34" charset="-128"/>
              </a:rPr>
              <a:t>Impact &amp; Priority</a:t>
            </a:r>
          </a:p>
        </p:txBody>
      </p:sp>
      <p:sp>
        <p:nvSpPr>
          <p:cNvPr id="26" name="Flowchart: Connector 25">
            <a:extLst>
              <a:ext uri="{FF2B5EF4-FFF2-40B4-BE49-F238E27FC236}">
                <a16:creationId xmlns:a16="http://schemas.microsoft.com/office/drawing/2014/main" id="{A8A81397-EFD1-4C24-A2E5-EE9756EFA7FE}"/>
              </a:ext>
            </a:extLst>
          </p:cNvPr>
          <p:cNvSpPr/>
          <p:nvPr/>
        </p:nvSpPr>
        <p:spPr bwMode="gray">
          <a:xfrm>
            <a:off x="2265570" y="1708224"/>
            <a:ext cx="274257" cy="276861"/>
          </a:xfrm>
          <a:prstGeom prst="flowChartConnector">
            <a:avLst/>
          </a:prstGeom>
          <a:solidFill>
            <a:srgbClr val="FFC000"/>
          </a:solidFill>
          <a:ln w="6350" algn="ctr">
            <a:noFill/>
            <a:miter lim="800000"/>
            <a:headEnd/>
            <a:tailEnd/>
          </a:ln>
        </p:spPr>
        <p:txBody>
          <a:bodyPr lIns="89916" tIns="71932" rIns="89916" bIns="71932" rtlCol="0" anchor="ctr"/>
          <a:lstStyle/>
          <a:p>
            <a:pPr algn="ctr" defTabSz="913668" fontAlgn="base">
              <a:spcBef>
                <a:spcPct val="50000"/>
              </a:spcBef>
              <a:spcAft>
                <a:spcPct val="0"/>
              </a:spcAft>
              <a:buClr>
                <a:srgbClr val="F0AB00"/>
              </a:buClr>
              <a:buSzPct val="80000"/>
            </a:pPr>
            <a:r>
              <a:rPr lang="en-US" sz="1000" b="1" kern="0" dirty="0">
                <a:solidFill>
                  <a:schemeClr val="bg1"/>
                </a:solidFill>
                <a:ea typeface="Arial Unicode MS" pitchFamily="34" charset="-128"/>
                <a:cs typeface="Arial Unicode MS" pitchFamily="34" charset="-128"/>
              </a:rPr>
              <a:t>M</a:t>
            </a:r>
          </a:p>
        </p:txBody>
      </p:sp>
      <p:sp>
        <p:nvSpPr>
          <p:cNvPr id="27" name="Flowchart: Connector 26">
            <a:extLst>
              <a:ext uri="{FF2B5EF4-FFF2-40B4-BE49-F238E27FC236}">
                <a16:creationId xmlns:a16="http://schemas.microsoft.com/office/drawing/2014/main" id="{8E79FF7E-B7DE-43CF-B226-C415FC210CF0}"/>
              </a:ext>
            </a:extLst>
          </p:cNvPr>
          <p:cNvSpPr/>
          <p:nvPr/>
        </p:nvSpPr>
        <p:spPr bwMode="gray">
          <a:xfrm>
            <a:off x="3601101" y="1708224"/>
            <a:ext cx="274257" cy="276861"/>
          </a:xfrm>
          <a:prstGeom prst="flowChartConnector">
            <a:avLst/>
          </a:prstGeom>
          <a:solidFill>
            <a:schemeClr val="accent4"/>
          </a:solidFill>
          <a:ln w="6350" algn="ctr">
            <a:noFill/>
            <a:miter lim="800000"/>
            <a:headEnd/>
            <a:tailEnd/>
          </a:ln>
        </p:spPr>
        <p:txBody>
          <a:bodyPr lIns="89916" tIns="71932" rIns="89916" bIns="71932" rtlCol="0" anchor="ctr"/>
          <a:lstStyle/>
          <a:p>
            <a:pPr algn="ctr" defTabSz="913668" fontAlgn="base">
              <a:spcBef>
                <a:spcPct val="50000"/>
              </a:spcBef>
              <a:spcAft>
                <a:spcPct val="0"/>
              </a:spcAft>
              <a:buClr>
                <a:srgbClr val="F0AB00"/>
              </a:buClr>
              <a:buSzPct val="80000"/>
            </a:pPr>
            <a:r>
              <a:rPr lang="en-US" sz="1000" b="1" kern="0" dirty="0">
                <a:solidFill>
                  <a:schemeClr val="bg1"/>
                </a:solidFill>
                <a:ea typeface="Arial Unicode MS" pitchFamily="34" charset="-128"/>
                <a:cs typeface="Arial Unicode MS" pitchFamily="34" charset="-128"/>
              </a:rPr>
              <a:t>H</a:t>
            </a:r>
          </a:p>
        </p:txBody>
      </p:sp>
      <p:sp>
        <p:nvSpPr>
          <p:cNvPr id="28" name="TextBox 27">
            <a:extLst>
              <a:ext uri="{FF2B5EF4-FFF2-40B4-BE49-F238E27FC236}">
                <a16:creationId xmlns:a16="http://schemas.microsoft.com/office/drawing/2014/main" id="{5CE59562-BF38-46A3-90D4-5B747F92EDE5}"/>
              </a:ext>
            </a:extLst>
          </p:cNvPr>
          <p:cNvSpPr txBox="1"/>
          <p:nvPr/>
        </p:nvSpPr>
        <p:spPr>
          <a:xfrm>
            <a:off x="6210796" y="1738981"/>
            <a:ext cx="705944" cy="2153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1400" kern="0" dirty="0">
                <a:solidFill>
                  <a:schemeClr val="accent4"/>
                </a:solidFill>
                <a:ea typeface="Arial Unicode MS" pitchFamily="34" charset="-128"/>
                <a:cs typeface="Arial Unicode MS" pitchFamily="34" charset="-128"/>
              </a:rPr>
              <a:t>Low</a:t>
            </a:r>
          </a:p>
        </p:txBody>
      </p:sp>
      <p:sp>
        <p:nvSpPr>
          <p:cNvPr id="29" name="TextBox 28">
            <a:extLst>
              <a:ext uri="{FF2B5EF4-FFF2-40B4-BE49-F238E27FC236}">
                <a16:creationId xmlns:a16="http://schemas.microsoft.com/office/drawing/2014/main" id="{B79EAAD6-9947-4EEE-BF50-382B3C5233AF}"/>
              </a:ext>
            </a:extLst>
          </p:cNvPr>
          <p:cNvSpPr txBox="1"/>
          <p:nvPr/>
        </p:nvSpPr>
        <p:spPr>
          <a:xfrm>
            <a:off x="3974322" y="1738981"/>
            <a:ext cx="705944" cy="2153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1400" kern="0" dirty="0">
                <a:solidFill>
                  <a:schemeClr val="accent4"/>
                </a:solidFill>
                <a:ea typeface="Arial Unicode MS" pitchFamily="34" charset="-128"/>
                <a:cs typeface="Arial Unicode MS" pitchFamily="34" charset="-128"/>
              </a:rPr>
              <a:t>High</a:t>
            </a:r>
          </a:p>
        </p:txBody>
      </p:sp>
      <p:sp>
        <p:nvSpPr>
          <p:cNvPr id="30" name="TextBox 29">
            <a:extLst>
              <a:ext uri="{FF2B5EF4-FFF2-40B4-BE49-F238E27FC236}">
                <a16:creationId xmlns:a16="http://schemas.microsoft.com/office/drawing/2014/main" id="{D7A98C22-AE40-49BC-B4FD-93870B155901}"/>
              </a:ext>
            </a:extLst>
          </p:cNvPr>
          <p:cNvSpPr txBox="1"/>
          <p:nvPr/>
        </p:nvSpPr>
        <p:spPr>
          <a:xfrm>
            <a:off x="8667838" y="1738981"/>
            <a:ext cx="705944" cy="2153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1400" kern="0" dirty="0">
                <a:solidFill>
                  <a:srgbClr val="7030A0"/>
                </a:solidFill>
                <a:ea typeface="Arial Unicode MS" pitchFamily="34" charset="-128"/>
                <a:cs typeface="Arial Unicode MS" pitchFamily="34" charset="-128"/>
              </a:rPr>
              <a:t>High</a:t>
            </a:r>
          </a:p>
        </p:txBody>
      </p:sp>
      <p:sp>
        <p:nvSpPr>
          <p:cNvPr id="31" name="TextBox 30">
            <a:extLst>
              <a:ext uri="{FF2B5EF4-FFF2-40B4-BE49-F238E27FC236}">
                <a16:creationId xmlns:a16="http://schemas.microsoft.com/office/drawing/2014/main" id="{ACE42AC7-7A22-46A7-AAEC-AB856A38129B}"/>
              </a:ext>
            </a:extLst>
          </p:cNvPr>
          <p:cNvSpPr txBox="1"/>
          <p:nvPr/>
        </p:nvSpPr>
        <p:spPr>
          <a:xfrm>
            <a:off x="1505275" y="1738981"/>
            <a:ext cx="705944" cy="2153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1400" kern="0" dirty="0">
                <a:solidFill>
                  <a:srgbClr val="7030A0"/>
                </a:solidFill>
                <a:ea typeface="Arial Unicode MS" pitchFamily="34" charset="-128"/>
                <a:cs typeface="Arial Unicode MS" pitchFamily="34" charset="-128"/>
              </a:rPr>
              <a:t>Low</a:t>
            </a:r>
          </a:p>
        </p:txBody>
      </p:sp>
      <p:sp>
        <p:nvSpPr>
          <p:cNvPr id="32" name="TextBox 31">
            <a:extLst>
              <a:ext uri="{FF2B5EF4-FFF2-40B4-BE49-F238E27FC236}">
                <a16:creationId xmlns:a16="http://schemas.microsoft.com/office/drawing/2014/main" id="{1426BC5C-1177-4F7A-A2D7-A0FE769E86CB}"/>
              </a:ext>
            </a:extLst>
          </p:cNvPr>
          <p:cNvSpPr txBox="1"/>
          <p:nvPr/>
        </p:nvSpPr>
        <p:spPr>
          <a:xfrm>
            <a:off x="2667328" y="1738981"/>
            <a:ext cx="705944" cy="2153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1400" kern="0" dirty="0">
                <a:solidFill>
                  <a:schemeClr val="accent1"/>
                </a:solidFill>
                <a:ea typeface="Arial Unicode MS" pitchFamily="34" charset="-128"/>
                <a:cs typeface="Arial Unicode MS" pitchFamily="34" charset="-128"/>
              </a:rPr>
              <a:t>Medium</a:t>
            </a:r>
          </a:p>
        </p:txBody>
      </p:sp>
      <p:sp>
        <p:nvSpPr>
          <p:cNvPr id="33" name="TextBox 32">
            <a:extLst>
              <a:ext uri="{FF2B5EF4-FFF2-40B4-BE49-F238E27FC236}">
                <a16:creationId xmlns:a16="http://schemas.microsoft.com/office/drawing/2014/main" id="{33CE35CF-E3D1-416D-8890-92AD523A16DE}"/>
              </a:ext>
            </a:extLst>
          </p:cNvPr>
          <p:cNvSpPr txBox="1"/>
          <p:nvPr/>
        </p:nvSpPr>
        <p:spPr>
          <a:xfrm>
            <a:off x="7346615" y="1738981"/>
            <a:ext cx="705944" cy="2153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1400" kern="0" dirty="0">
                <a:solidFill>
                  <a:schemeClr val="accent1"/>
                </a:solidFill>
                <a:ea typeface="Arial Unicode MS" pitchFamily="34" charset="-128"/>
                <a:cs typeface="Arial Unicode MS" pitchFamily="34" charset="-128"/>
              </a:rPr>
              <a:t>Medium</a:t>
            </a:r>
          </a:p>
        </p:txBody>
      </p:sp>
    </p:spTree>
    <p:extLst>
      <p:ext uri="{BB962C8B-B14F-4D97-AF65-F5344CB8AC3E}">
        <p14:creationId xmlns:p14="http://schemas.microsoft.com/office/powerpoint/2010/main" val="4024819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gray">
          <a:xfrm>
            <a:off x="615000" y="3288241"/>
            <a:ext cx="634279" cy="280262"/>
          </a:xfrm>
          <a:prstGeom prst="rect">
            <a:avLst/>
          </a:prstGeom>
          <a:solidFill>
            <a:schemeClr val="bg1"/>
          </a:solidFill>
          <a:ln w="6350" algn="ctr">
            <a:noFill/>
            <a:miter lim="800000"/>
            <a:headEnd/>
            <a:tailEnd/>
          </a:ln>
        </p:spPr>
        <p:txBody>
          <a:bodyPr lIns="0" tIns="71983" rIns="0" bIns="71983" rtlCol="0" anchor="ctr"/>
          <a:lstStyle/>
          <a:p>
            <a:pPr defTabSz="914217" fontAlgn="base">
              <a:spcBef>
                <a:spcPct val="50000"/>
              </a:spcBef>
              <a:spcAft>
                <a:spcPct val="0"/>
              </a:spcAft>
              <a:buClr>
                <a:srgbClr val="F0AB00"/>
              </a:buClr>
              <a:buSzPct val="80000"/>
            </a:pPr>
            <a:r>
              <a:rPr lang="en-US" sz="1800" b="1" kern="0" dirty="0">
                <a:solidFill>
                  <a:schemeClr val="tx1">
                    <a:lumMod val="85000"/>
                    <a:lumOff val="15000"/>
                  </a:schemeClr>
                </a:solidFill>
                <a:latin typeface="+mn-lt"/>
                <a:ea typeface="Arial Unicode MS" pitchFamily="34" charset="-128"/>
                <a:cs typeface="Arial" panose="020B0604020202020204" pitchFamily="34" charset="0"/>
              </a:rPr>
              <a:t>AUG</a:t>
            </a:r>
          </a:p>
          <a:p>
            <a:pPr algn="ctr" defTabSz="914217" fontAlgn="base">
              <a:spcBef>
                <a:spcPct val="50000"/>
              </a:spcBef>
              <a:spcAft>
                <a:spcPct val="0"/>
              </a:spcAft>
              <a:buClr>
                <a:srgbClr val="F0AB00"/>
              </a:buClr>
              <a:buSzPct val="80000"/>
            </a:pPr>
            <a:r>
              <a:rPr lang="en-US" sz="1800" b="1" kern="0" dirty="0">
                <a:solidFill>
                  <a:schemeClr val="tx1">
                    <a:lumMod val="85000"/>
                    <a:lumOff val="15000"/>
                  </a:schemeClr>
                </a:solidFill>
                <a:latin typeface="+mn-lt"/>
                <a:ea typeface="Arial Unicode MS" pitchFamily="34" charset="-128"/>
                <a:cs typeface="Arial" panose="020B0604020202020204" pitchFamily="34" charset="0"/>
              </a:rPr>
              <a:t>2019</a:t>
            </a:r>
          </a:p>
        </p:txBody>
      </p:sp>
      <p:cxnSp>
        <p:nvCxnSpPr>
          <p:cNvPr id="23" name="Straight Connector 22"/>
          <p:cNvCxnSpPr>
            <a:cxnSpLocks/>
            <a:stCxn id="13" idx="2"/>
            <a:endCxn id="10" idx="4"/>
          </p:cNvCxnSpPr>
          <p:nvPr/>
        </p:nvCxnSpPr>
        <p:spPr>
          <a:xfrm>
            <a:off x="2345090" y="2192736"/>
            <a:ext cx="16214" cy="979411"/>
          </a:xfrm>
          <a:prstGeom prst="line">
            <a:avLst/>
          </a:prstGeom>
          <a:ln w="25400" cap="rnd">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latin typeface="+mn-lt"/>
              </a:rPr>
              <a:t>Sequence of Recommendations</a:t>
            </a:r>
          </a:p>
        </p:txBody>
      </p:sp>
      <p:cxnSp>
        <p:nvCxnSpPr>
          <p:cNvPr id="4" name="Straight Connector 3"/>
          <p:cNvCxnSpPr/>
          <p:nvPr/>
        </p:nvCxnSpPr>
        <p:spPr>
          <a:xfrm flipV="1">
            <a:off x="604776" y="3404416"/>
            <a:ext cx="10983973" cy="36568"/>
          </a:xfrm>
          <a:prstGeom prst="line">
            <a:avLst/>
          </a:prstGeom>
          <a:ln w="25400" cap="rnd">
            <a:solidFill>
              <a:schemeClr val="tx1"/>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Freeform 5"/>
          <p:cNvSpPr>
            <a:spLocks/>
          </p:cNvSpPr>
          <p:nvPr/>
        </p:nvSpPr>
        <p:spPr bwMode="auto">
          <a:xfrm>
            <a:off x="2270043" y="3172148"/>
            <a:ext cx="182521" cy="257115"/>
          </a:xfrm>
          <a:custGeom>
            <a:avLst/>
            <a:gdLst>
              <a:gd name="T0" fmla="*/ 197 w 394"/>
              <a:gd name="T1" fmla="*/ 563 h 563"/>
              <a:gd name="T2" fmla="*/ 31 w 394"/>
              <a:gd name="T3" fmla="*/ 302 h 563"/>
              <a:gd name="T4" fmla="*/ 17 w 394"/>
              <a:gd name="T5" fmla="*/ 275 h 563"/>
              <a:gd name="T6" fmla="*/ 0 w 394"/>
              <a:gd name="T7" fmla="*/ 197 h 563"/>
              <a:gd name="T8" fmla="*/ 197 w 394"/>
              <a:gd name="T9" fmla="*/ 0 h 563"/>
              <a:gd name="T10" fmla="*/ 394 w 394"/>
              <a:gd name="T11" fmla="*/ 197 h 563"/>
              <a:gd name="T12" fmla="*/ 377 w 394"/>
              <a:gd name="T13" fmla="*/ 275 h 563"/>
              <a:gd name="T14" fmla="*/ 364 w 394"/>
              <a:gd name="T15" fmla="*/ 300 h 563"/>
              <a:gd name="T16" fmla="*/ 204 w 394"/>
              <a:gd name="T17" fmla="*/ 552 h 563"/>
              <a:gd name="T18" fmla="*/ 197 w 394"/>
              <a:gd name="T19" fmla="*/ 563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4" h="563">
                <a:moveTo>
                  <a:pt x="197" y="563"/>
                </a:moveTo>
                <a:cubicBezTo>
                  <a:pt x="31" y="302"/>
                  <a:pt x="31" y="302"/>
                  <a:pt x="31" y="302"/>
                </a:cubicBezTo>
                <a:cubicBezTo>
                  <a:pt x="25" y="293"/>
                  <a:pt x="21" y="284"/>
                  <a:pt x="17" y="275"/>
                </a:cubicBezTo>
                <a:cubicBezTo>
                  <a:pt x="6" y="250"/>
                  <a:pt x="0" y="224"/>
                  <a:pt x="0" y="197"/>
                </a:cubicBezTo>
                <a:cubicBezTo>
                  <a:pt x="0" y="89"/>
                  <a:pt x="89" y="0"/>
                  <a:pt x="197" y="0"/>
                </a:cubicBezTo>
                <a:cubicBezTo>
                  <a:pt x="305" y="0"/>
                  <a:pt x="394" y="89"/>
                  <a:pt x="394" y="197"/>
                </a:cubicBezTo>
                <a:cubicBezTo>
                  <a:pt x="394" y="224"/>
                  <a:pt x="388" y="250"/>
                  <a:pt x="377" y="275"/>
                </a:cubicBezTo>
                <a:cubicBezTo>
                  <a:pt x="374" y="283"/>
                  <a:pt x="369" y="292"/>
                  <a:pt x="364" y="300"/>
                </a:cubicBezTo>
                <a:cubicBezTo>
                  <a:pt x="362" y="303"/>
                  <a:pt x="210" y="542"/>
                  <a:pt x="204" y="552"/>
                </a:cubicBezTo>
                <a:lnTo>
                  <a:pt x="197" y="563"/>
                </a:lnTo>
                <a:close/>
              </a:path>
            </a:pathLst>
          </a:custGeom>
          <a:solidFill>
            <a:schemeClr val="accent4"/>
          </a:solidFill>
          <a:ln>
            <a:solidFill>
              <a:schemeClr val="accent4"/>
            </a:solidFill>
          </a:ln>
          <a:effectLst>
            <a:outerShdw blurRad="63500" sx="102000" sy="102000" algn="ctr" rotWithShape="0">
              <a:prstClr val="black">
                <a:alpha val="40000"/>
              </a:prstClr>
            </a:outerShdw>
          </a:effectLst>
        </p:spPr>
        <p:txBody>
          <a:bodyPr vert="horz" wrap="square" lIns="91419" tIns="45709" rIns="91419" bIns="45709" numCol="1" anchor="t" anchorCtr="0" compatLnSpc="1">
            <a:prstTxWarp prst="textNoShape">
              <a:avLst/>
            </a:prstTxWarp>
          </a:bodyPr>
          <a:lstStyle/>
          <a:p>
            <a:endParaRPr lang="en-US" dirty="0">
              <a:solidFill>
                <a:srgbClr val="FFFFFF"/>
              </a:solidFill>
              <a:latin typeface="+mn-lt"/>
              <a:cs typeface="Arial" panose="020B0604020202020204" pitchFamily="34" charset="0"/>
            </a:endParaRPr>
          </a:p>
        </p:txBody>
      </p:sp>
      <p:sp>
        <p:nvSpPr>
          <p:cNvPr id="13" name="Rectangle 12"/>
          <p:cNvSpPr/>
          <p:nvPr/>
        </p:nvSpPr>
        <p:spPr>
          <a:xfrm>
            <a:off x="1735631" y="1583479"/>
            <a:ext cx="1218918" cy="609257"/>
          </a:xfrm>
          <a:prstGeom prst="rect">
            <a:avLst/>
          </a:prstGeom>
        </p:spPr>
        <p:txBody>
          <a:bodyPr wrap="square">
            <a:spAutoFit/>
          </a:bodyPr>
          <a:lstStyle/>
          <a:p>
            <a:pPr algn="ctr" defTabSz="914217" fontAlgn="base">
              <a:lnSpc>
                <a:spcPct val="80000"/>
              </a:lnSpc>
              <a:spcBef>
                <a:spcPct val="50000"/>
              </a:spcBef>
              <a:spcAft>
                <a:spcPct val="0"/>
              </a:spcAft>
              <a:buClr>
                <a:srgbClr val="F0AB00"/>
              </a:buClr>
              <a:buSzPct val="80000"/>
            </a:pPr>
            <a:r>
              <a:rPr lang="en-US" sz="1400" b="1" kern="0" dirty="0">
                <a:solidFill>
                  <a:schemeClr val="accent4"/>
                </a:solidFill>
                <a:ea typeface="BentonSans Book" charset="0"/>
                <a:cs typeface="Arial" panose="020B0604020202020204" pitchFamily="34" charset="0"/>
              </a:rPr>
              <a:t>Optimize Sourcing Workflow</a:t>
            </a:r>
          </a:p>
        </p:txBody>
      </p:sp>
      <p:sp>
        <p:nvSpPr>
          <p:cNvPr id="95" name="Rectangle 94"/>
          <p:cNvSpPr/>
          <p:nvPr/>
        </p:nvSpPr>
        <p:spPr>
          <a:xfrm>
            <a:off x="9178440" y="4250424"/>
            <a:ext cx="1567259" cy="1007735"/>
          </a:xfrm>
          <a:prstGeom prst="rect">
            <a:avLst/>
          </a:prstGeom>
        </p:spPr>
        <p:txBody>
          <a:bodyPr wrap="square">
            <a:spAutoFit/>
          </a:bodyPr>
          <a:lstStyle/>
          <a:p>
            <a:pPr algn="ctr" defTabSz="914217" fontAlgn="base">
              <a:lnSpc>
                <a:spcPct val="85000"/>
              </a:lnSpc>
              <a:spcBef>
                <a:spcPct val="50000"/>
              </a:spcBef>
              <a:spcAft>
                <a:spcPct val="0"/>
              </a:spcAft>
              <a:buClr>
                <a:srgbClr val="F0AB00"/>
              </a:buClr>
              <a:buSzPct val="80000"/>
            </a:pPr>
            <a:r>
              <a:rPr lang="en-US" sz="1400" b="1" kern="0" dirty="0">
                <a:solidFill>
                  <a:schemeClr val="accent6"/>
                </a:solidFill>
                <a:latin typeface="+mn-lt"/>
                <a:cs typeface="Arial" panose="020B0604020202020204" pitchFamily="34" charset="0"/>
              </a:rPr>
              <a:t>Supplier Lifecycle and Performance Management / Risk</a:t>
            </a:r>
          </a:p>
        </p:txBody>
      </p:sp>
      <p:cxnSp>
        <p:nvCxnSpPr>
          <p:cNvPr id="109" name="Straight Connector 108"/>
          <p:cNvCxnSpPr>
            <a:cxnSpLocks/>
          </p:cNvCxnSpPr>
          <p:nvPr/>
        </p:nvCxnSpPr>
        <p:spPr>
          <a:xfrm flipH="1" flipV="1">
            <a:off x="3187699" y="3678559"/>
            <a:ext cx="6995" cy="423855"/>
          </a:xfrm>
          <a:prstGeom prst="line">
            <a:avLst/>
          </a:prstGeom>
          <a:ln w="25400" cap="rnd">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3" name="Freeform 5"/>
          <p:cNvSpPr>
            <a:spLocks/>
          </p:cNvSpPr>
          <p:nvPr/>
        </p:nvSpPr>
        <p:spPr bwMode="auto">
          <a:xfrm flipV="1">
            <a:off x="3100670" y="3428635"/>
            <a:ext cx="174058" cy="213310"/>
          </a:xfrm>
          <a:custGeom>
            <a:avLst/>
            <a:gdLst>
              <a:gd name="T0" fmla="*/ 197 w 394"/>
              <a:gd name="T1" fmla="*/ 563 h 563"/>
              <a:gd name="T2" fmla="*/ 31 w 394"/>
              <a:gd name="T3" fmla="*/ 302 h 563"/>
              <a:gd name="T4" fmla="*/ 17 w 394"/>
              <a:gd name="T5" fmla="*/ 275 h 563"/>
              <a:gd name="T6" fmla="*/ 0 w 394"/>
              <a:gd name="T7" fmla="*/ 197 h 563"/>
              <a:gd name="T8" fmla="*/ 197 w 394"/>
              <a:gd name="T9" fmla="*/ 0 h 563"/>
              <a:gd name="T10" fmla="*/ 394 w 394"/>
              <a:gd name="T11" fmla="*/ 197 h 563"/>
              <a:gd name="T12" fmla="*/ 377 w 394"/>
              <a:gd name="T13" fmla="*/ 275 h 563"/>
              <a:gd name="T14" fmla="*/ 364 w 394"/>
              <a:gd name="T15" fmla="*/ 300 h 563"/>
              <a:gd name="T16" fmla="*/ 204 w 394"/>
              <a:gd name="T17" fmla="*/ 552 h 563"/>
              <a:gd name="T18" fmla="*/ 197 w 394"/>
              <a:gd name="T19" fmla="*/ 563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4" h="563">
                <a:moveTo>
                  <a:pt x="197" y="563"/>
                </a:moveTo>
                <a:cubicBezTo>
                  <a:pt x="31" y="302"/>
                  <a:pt x="31" y="302"/>
                  <a:pt x="31" y="302"/>
                </a:cubicBezTo>
                <a:cubicBezTo>
                  <a:pt x="25" y="293"/>
                  <a:pt x="21" y="284"/>
                  <a:pt x="17" y="275"/>
                </a:cubicBezTo>
                <a:cubicBezTo>
                  <a:pt x="6" y="250"/>
                  <a:pt x="0" y="224"/>
                  <a:pt x="0" y="197"/>
                </a:cubicBezTo>
                <a:cubicBezTo>
                  <a:pt x="0" y="89"/>
                  <a:pt x="89" y="0"/>
                  <a:pt x="197" y="0"/>
                </a:cubicBezTo>
                <a:cubicBezTo>
                  <a:pt x="305" y="0"/>
                  <a:pt x="394" y="89"/>
                  <a:pt x="394" y="197"/>
                </a:cubicBezTo>
                <a:cubicBezTo>
                  <a:pt x="394" y="224"/>
                  <a:pt x="388" y="250"/>
                  <a:pt x="377" y="275"/>
                </a:cubicBezTo>
                <a:cubicBezTo>
                  <a:pt x="374" y="283"/>
                  <a:pt x="369" y="292"/>
                  <a:pt x="364" y="300"/>
                </a:cubicBezTo>
                <a:cubicBezTo>
                  <a:pt x="362" y="303"/>
                  <a:pt x="210" y="542"/>
                  <a:pt x="204" y="552"/>
                </a:cubicBezTo>
                <a:lnTo>
                  <a:pt x="197" y="563"/>
                </a:lnTo>
                <a:close/>
              </a:path>
            </a:pathLst>
          </a:custGeom>
          <a:solidFill>
            <a:schemeClr val="accent4"/>
          </a:solidFill>
          <a:ln>
            <a:solidFill>
              <a:schemeClr val="accent4"/>
            </a:solidFill>
          </a:ln>
          <a:effectLst>
            <a:outerShdw blurRad="63500" sx="102000" sy="102000" algn="ctr" rotWithShape="0">
              <a:prstClr val="black">
                <a:alpha val="40000"/>
              </a:prstClr>
            </a:outerShdw>
          </a:effectLst>
        </p:spPr>
        <p:txBody>
          <a:bodyPr vert="horz" wrap="square" lIns="91419" tIns="45709" rIns="91419" bIns="45709" numCol="1" anchor="t" anchorCtr="0" compatLnSpc="1">
            <a:prstTxWarp prst="textNoShape">
              <a:avLst/>
            </a:prstTxWarp>
          </a:bodyPr>
          <a:lstStyle/>
          <a:p>
            <a:endParaRPr lang="en-US" dirty="0">
              <a:solidFill>
                <a:srgbClr val="FFFFFF"/>
              </a:solidFill>
              <a:latin typeface="+mn-lt"/>
              <a:cs typeface="Arial" panose="020B0604020202020204" pitchFamily="34" charset="0"/>
            </a:endParaRPr>
          </a:p>
        </p:txBody>
      </p:sp>
      <p:cxnSp>
        <p:nvCxnSpPr>
          <p:cNvPr id="238" name="Straight Connector 237"/>
          <p:cNvCxnSpPr>
            <a:cxnSpLocks/>
            <a:endCxn id="239" idx="4"/>
          </p:cNvCxnSpPr>
          <p:nvPr/>
        </p:nvCxnSpPr>
        <p:spPr>
          <a:xfrm>
            <a:off x="6983290" y="2253446"/>
            <a:ext cx="0" cy="880954"/>
          </a:xfrm>
          <a:prstGeom prst="line">
            <a:avLst/>
          </a:prstGeom>
          <a:ln w="25400" cap="rnd">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9" name="Freeform 5"/>
          <p:cNvSpPr>
            <a:spLocks/>
          </p:cNvSpPr>
          <p:nvPr/>
        </p:nvSpPr>
        <p:spPr bwMode="auto">
          <a:xfrm>
            <a:off x="6892029" y="3134401"/>
            <a:ext cx="182521" cy="257115"/>
          </a:xfrm>
          <a:custGeom>
            <a:avLst/>
            <a:gdLst>
              <a:gd name="T0" fmla="*/ 197 w 394"/>
              <a:gd name="T1" fmla="*/ 563 h 563"/>
              <a:gd name="T2" fmla="*/ 31 w 394"/>
              <a:gd name="T3" fmla="*/ 302 h 563"/>
              <a:gd name="T4" fmla="*/ 17 w 394"/>
              <a:gd name="T5" fmla="*/ 275 h 563"/>
              <a:gd name="T6" fmla="*/ 0 w 394"/>
              <a:gd name="T7" fmla="*/ 197 h 563"/>
              <a:gd name="T8" fmla="*/ 197 w 394"/>
              <a:gd name="T9" fmla="*/ 0 h 563"/>
              <a:gd name="T10" fmla="*/ 394 w 394"/>
              <a:gd name="T11" fmla="*/ 197 h 563"/>
              <a:gd name="T12" fmla="*/ 377 w 394"/>
              <a:gd name="T13" fmla="*/ 275 h 563"/>
              <a:gd name="T14" fmla="*/ 364 w 394"/>
              <a:gd name="T15" fmla="*/ 300 h 563"/>
              <a:gd name="T16" fmla="*/ 204 w 394"/>
              <a:gd name="T17" fmla="*/ 552 h 563"/>
              <a:gd name="T18" fmla="*/ 197 w 394"/>
              <a:gd name="T19" fmla="*/ 563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4" h="563">
                <a:moveTo>
                  <a:pt x="197" y="563"/>
                </a:moveTo>
                <a:cubicBezTo>
                  <a:pt x="31" y="302"/>
                  <a:pt x="31" y="302"/>
                  <a:pt x="31" y="302"/>
                </a:cubicBezTo>
                <a:cubicBezTo>
                  <a:pt x="25" y="293"/>
                  <a:pt x="21" y="284"/>
                  <a:pt x="17" y="275"/>
                </a:cubicBezTo>
                <a:cubicBezTo>
                  <a:pt x="6" y="250"/>
                  <a:pt x="0" y="224"/>
                  <a:pt x="0" y="197"/>
                </a:cubicBezTo>
                <a:cubicBezTo>
                  <a:pt x="0" y="89"/>
                  <a:pt x="89" y="0"/>
                  <a:pt x="197" y="0"/>
                </a:cubicBezTo>
                <a:cubicBezTo>
                  <a:pt x="305" y="0"/>
                  <a:pt x="394" y="89"/>
                  <a:pt x="394" y="197"/>
                </a:cubicBezTo>
                <a:cubicBezTo>
                  <a:pt x="394" y="224"/>
                  <a:pt x="388" y="250"/>
                  <a:pt x="377" y="275"/>
                </a:cubicBezTo>
                <a:cubicBezTo>
                  <a:pt x="374" y="283"/>
                  <a:pt x="369" y="292"/>
                  <a:pt x="364" y="300"/>
                </a:cubicBezTo>
                <a:cubicBezTo>
                  <a:pt x="362" y="303"/>
                  <a:pt x="210" y="542"/>
                  <a:pt x="204" y="552"/>
                </a:cubicBezTo>
                <a:lnTo>
                  <a:pt x="197" y="563"/>
                </a:lnTo>
                <a:close/>
              </a:path>
            </a:pathLst>
          </a:custGeom>
          <a:solidFill>
            <a:schemeClr val="accent1"/>
          </a:solidFill>
          <a:ln w="28575">
            <a:solidFill>
              <a:schemeClr val="accent6"/>
            </a:solidFill>
          </a:ln>
          <a:effectLst>
            <a:outerShdw blurRad="63500" sx="102000" sy="102000" algn="ctr" rotWithShape="0">
              <a:prstClr val="black">
                <a:alpha val="40000"/>
              </a:prstClr>
            </a:outerShdw>
          </a:effectLst>
        </p:spPr>
        <p:txBody>
          <a:bodyPr vert="horz" wrap="square" lIns="91419" tIns="45709" rIns="91419" bIns="45709" numCol="1" anchor="t" anchorCtr="0" compatLnSpc="1">
            <a:prstTxWarp prst="textNoShape">
              <a:avLst/>
            </a:prstTxWarp>
          </a:bodyPr>
          <a:lstStyle/>
          <a:p>
            <a:endParaRPr lang="en-US" dirty="0">
              <a:solidFill>
                <a:srgbClr val="FFFFFF"/>
              </a:solidFill>
              <a:latin typeface="+mn-lt"/>
              <a:cs typeface="Arial" panose="020B0604020202020204" pitchFamily="34" charset="0"/>
            </a:endParaRPr>
          </a:p>
        </p:txBody>
      </p:sp>
      <p:sp>
        <p:nvSpPr>
          <p:cNvPr id="240" name="Rectangle 239"/>
          <p:cNvSpPr/>
          <p:nvPr/>
        </p:nvSpPr>
        <p:spPr>
          <a:xfrm>
            <a:off x="6231650" y="989508"/>
            <a:ext cx="1437116" cy="1513911"/>
          </a:xfrm>
          <a:prstGeom prst="rect">
            <a:avLst/>
          </a:prstGeom>
          <a:solidFill>
            <a:schemeClr val="bg1"/>
          </a:solidFill>
        </p:spPr>
        <p:txBody>
          <a:bodyPr wrap="square">
            <a:spAutoFit/>
          </a:bodyPr>
          <a:lstStyle/>
          <a:p>
            <a:pPr algn="ctr" defTabSz="914217" fontAlgn="base">
              <a:lnSpc>
                <a:spcPct val="80000"/>
              </a:lnSpc>
              <a:spcBef>
                <a:spcPct val="50000"/>
              </a:spcBef>
              <a:spcAft>
                <a:spcPct val="0"/>
              </a:spcAft>
              <a:buClr>
                <a:srgbClr val="F0AB00"/>
              </a:buClr>
              <a:buSzPct val="80000"/>
            </a:pPr>
            <a:r>
              <a:rPr lang="en-US" sz="1400" b="1" kern="0" dirty="0">
                <a:solidFill>
                  <a:schemeClr val="accent1"/>
                </a:solidFill>
                <a:ea typeface="BentonSans Book" charset="0"/>
                <a:cs typeface="Arial" panose="020B0604020202020204" pitchFamily="34" charset="0"/>
              </a:rPr>
              <a:t>Report on Workflow, Leadtime, Savings and Pipeline</a:t>
            </a:r>
            <a:r>
              <a:rPr lang="en-US" sz="1400" b="1" kern="0" dirty="0">
                <a:solidFill>
                  <a:schemeClr val="accent1"/>
                </a:solidFill>
                <a:cs typeface="Arial" panose="020B0604020202020204" pitchFamily="34" charset="0"/>
              </a:rPr>
              <a:t> or</a:t>
            </a:r>
          </a:p>
          <a:p>
            <a:pPr algn="ctr" defTabSz="914217" fontAlgn="base">
              <a:lnSpc>
                <a:spcPct val="80000"/>
              </a:lnSpc>
              <a:spcBef>
                <a:spcPct val="50000"/>
              </a:spcBef>
              <a:spcAft>
                <a:spcPct val="0"/>
              </a:spcAft>
              <a:buClr>
                <a:srgbClr val="F0AB00"/>
              </a:buClr>
              <a:buSzPct val="80000"/>
            </a:pPr>
            <a:r>
              <a:rPr lang="en-US" sz="1400" b="1" kern="0" dirty="0">
                <a:solidFill>
                  <a:schemeClr val="accent1"/>
                </a:solidFill>
                <a:cs typeface="Arial" panose="020B0604020202020204" pitchFamily="34" charset="0"/>
              </a:rPr>
              <a:t> </a:t>
            </a:r>
            <a:r>
              <a:rPr lang="en-US" sz="1400" b="1" kern="0" dirty="0">
                <a:solidFill>
                  <a:schemeClr val="accent6"/>
                </a:solidFill>
                <a:ea typeface="BentonSans Book" charset="0"/>
                <a:cs typeface="Arial" panose="020B0604020202020204" pitchFamily="34" charset="0"/>
              </a:rPr>
              <a:t>Long Term</a:t>
            </a:r>
            <a:r>
              <a:rPr lang="en-US" sz="1400" b="1" kern="0" dirty="0">
                <a:solidFill>
                  <a:schemeClr val="accent1"/>
                </a:solidFill>
                <a:ea typeface="BentonSans Book" charset="0"/>
                <a:cs typeface="Arial" panose="020B0604020202020204" pitchFamily="34" charset="0"/>
              </a:rPr>
              <a:t> </a:t>
            </a:r>
            <a:endParaRPr lang="en-US" sz="1400" b="1" kern="0" dirty="0">
              <a:solidFill>
                <a:schemeClr val="accent6"/>
              </a:solidFill>
              <a:ea typeface="BentonSans Book" charset="0"/>
              <a:cs typeface="Arial" panose="020B0604020202020204" pitchFamily="34" charset="0"/>
            </a:endParaRPr>
          </a:p>
          <a:p>
            <a:pPr algn="ctr" defTabSz="914217" fontAlgn="base">
              <a:lnSpc>
                <a:spcPct val="80000"/>
              </a:lnSpc>
              <a:spcBef>
                <a:spcPct val="50000"/>
              </a:spcBef>
              <a:spcAft>
                <a:spcPct val="0"/>
              </a:spcAft>
              <a:buClr>
                <a:srgbClr val="F0AB00"/>
              </a:buClr>
              <a:buSzPct val="80000"/>
            </a:pPr>
            <a:endParaRPr lang="en-US" sz="1400" b="1" kern="0" dirty="0">
              <a:solidFill>
                <a:schemeClr val="accent1"/>
              </a:solidFill>
              <a:latin typeface="+mn-lt"/>
              <a:ea typeface="BentonSans Book" charset="0"/>
              <a:cs typeface="Arial" panose="020B0604020202020204" pitchFamily="34" charset="0"/>
            </a:endParaRPr>
          </a:p>
        </p:txBody>
      </p:sp>
      <p:sp>
        <p:nvSpPr>
          <p:cNvPr id="81" name="Freeform 5"/>
          <p:cNvSpPr>
            <a:spLocks/>
          </p:cNvSpPr>
          <p:nvPr/>
        </p:nvSpPr>
        <p:spPr bwMode="auto">
          <a:xfrm rot="10800000">
            <a:off x="9869512" y="3438483"/>
            <a:ext cx="182521" cy="257115"/>
          </a:xfrm>
          <a:custGeom>
            <a:avLst/>
            <a:gdLst>
              <a:gd name="T0" fmla="*/ 197 w 394"/>
              <a:gd name="T1" fmla="*/ 563 h 563"/>
              <a:gd name="T2" fmla="*/ 31 w 394"/>
              <a:gd name="T3" fmla="*/ 302 h 563"/>
              <a:gd name="T4" fmla="*/ 17 w 394"/>
              <a:gd name="T5" fmla="*/ 275 h 563"/>
              <a:gd name="T6" fmla="*/ 0 w 394"/>
              <a:gd name="T7" fmla="*/ 197 h 563"/>
              <a:gd name="T8" fmla="*/ 197 w 394"/>
              <a:gd name="T9" fmla="*/ 0 h 563"/>
              <a:gd name="T10" fmla="*/ 394 w 394"/>
              <a:gd name="T11" fmla="*/ 197 h 563"/>
              <a:gd name="T12" fmla="*/ 377 w 394"/>
              <a:gd name="T13" fmla="*/ 275 h 563"/>
              <a:gd name="T14" fmla="*/ 364 w 394"/>
              <a:gd name="T15" fmla="*/ 300 h 563"/>
              <a:gd name="T16" fmla="*/ 204 w 394"/>
              <a:gd name="T17" fmla="*/ 552 h 563"/>
              <a:gd name="T18" fmla="*/ 197 w 394"/>
              <a:gd name="T19" fmla="*/ 563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4" h="563">
                <a:moveTo>
                  <a:pt x="197" y="563"/>
                </a:moveTo>
                <a:cubicBezTo>
                  <a:pt x="31" y="302"/>
                  <a:pt x="31" y="302"/>
                  <a:pt x="31" y="302"/>
                </a:cubicBezTo>
                <a:cubicBezTo>
                  <a:pt x="25" y="293"/>
                  <a:pt x="21" y="284"/>
                  <a:pt x="17" y="275"/>
                </a:cubicBezTo>
                <a:cubicBezTo>
                  <a:pt x="6" y="250"/>
                  <a:pt x="0" y="224"/>
                  <a:pt x="0" y="197"/>
                </a:cubicBezTo>
                <a:cubicBezTo>
                  <a:pt x="0" y="89"/>
                  <a:pt x="89" y="0"/>
                  <a:pt x="197" y="0"/>
                </a:cubicBezTo>
                <a:cubicBezTo>
                  <a:pt x="305" y="0"/>
                  <a:pt x="394" y="89"/>
                  <a:pt x="394" y="197"/>
                </a:cubicBezTo>
                <a:cubicBezTo>
                  <a:pt x="394" y="224"/>
                  <a:pt x="388" y="250"/>
                  <a:pt x="377" y="275"/>
                </a:cubicBezTo>
                <a:cubicBezTo>
                  <a:pt x="374" y="283"/>
                  <a:pt x="369" y="292"/>
                  <a:pt x="364" y="300"/>
                </a:cubicBezTo>
                <a:cubicBezTo>
                  <a:pt x="362" y="303"/>
                  <a:pt x="210" y="542"/>
                  <a:pt x="204" y="552"/>
                </a:cubicBezTo>
                <a:lnTo>
                  <a:pt x="197" y="563"/>
                </a:lnTo>
                <a:close/>
              </a:path>
            </a:pathLst>
          </a:custGeom>
          <a:solidFill>
            <a:schemeClr val="accent6"/>
          </a:solidFill>
          <a:ln>
            <a:noFill/>
          </a:ln>
          <a:effectLst>
            <a:outerShdw blurRad="63500" sx="102000" sy="102000" algn="ctr" rotWithShape="0">
              <a:prstClr val="black">
                <a:alpha val="40000"/>
              </a:prstClr>
            </a:outerShdw>
          </a:effectLst>
        </p:spPr>
        <p:txBody>
          <a:bodyPr vert="horz" wrap="square" lIns="91419" tIns="45709" rIns="91419" bIns="45709" numCol="1" anchor="t" anchorCtr="0" compatLnSpc="1">
            <a:prstTxWarp prst="textNoShape">
              <a:avLst/>
            </a:prstTxWarp>
          </a:bodyPr>
          <a:lstStyle/>
          <a:p>
            <a:endParaRPr lang="en-US" dirty="0">
              <a:solidFill>
                <a:srgbClr val="FFFFFF"/>
              </a:solidFill>
              <a:latin typeface="+mn-lt"/>
              <a:cs typeface="Arial" panose="020B0604020202020204" pitchFamily="34" charset="0"/>
            </a:endParaRPr>
          </a:p>
        </p:txBody>
      </p:sp>
      <p:sp>
        <p:nvSpPr>
          <p:cNvPr id="53" name="Rectangle 52"/>
          <p:cNvSpPr/>
          <p:nvPr/>
        </p:nvSpPr>
        <p:spPr bwMode="gray">
          <a:xfrm>
            <a:off x="8246832" y="3452805"/>
            <a:ext cx="599479" cy="280262"/>
          </a:xfrm>
          <a:prstGeom prst="rect">
            <a:avLst/>
          </a:prstGeom>
          <a:solidFill>
            <a:schemeClr val="bg1"/>
          </a:solidFill>
          <a:ln w="6350" algn="ctr">
            <a:noFill/>
            <a:miter lim="800000"/>
            <a:headEnd/>
            <a:tailEnd/>
          </a:ln>
        </p:spPr>
        <p:txBody>
          <a:bodyPr lIns="0" tIns="71983" rIns="0" bIns="71983" rtlCol="0" anchor="ctr"/>
          <a:lstStyle/>
          <a:p>
            <a:pPr defTabSz="914217" fontAlgn="base">
              <a:spcBef>
                <a:spcPct val="50000"/>
              </a:spcBef>
              <a:spcAft>
                <a:spcPct val="0"/>
              </a:spcAft>
              <a:buClr>
                <a:srgbClr val="F0AB00"/>
              </a:buClr>
              <a:buSzPct val="80000"/>
            </a:pPr>
            <a:r>
              <a:rPr lang="en-US" sz="1800" b="1" kern="0" dirty="0">
                <a:solidFill>
                  <a:schemeClr val="tx1">
                    <a:lumMod val="85000"/>
                    <a:lumOff val="15000"/>
                  </a:schemeClr>
                </a:solidFill>
                <a:latin typeface="+mn-lt"/>
                <a:ea typeface="Arial Unicode MS" pitchFamily="34" charset="-128"/>
                <a:cs typeface="Arial" panose="020B0604020202020204" pitchFamily="34" charset="0"/>
              </a:rPr>
              <a:t>2020</a:t>
            </a:r>
          </a:p>
        </p:txBody>
      </p:sp>
      <p:sp>
        <p:nvSpPr>
          <p:cNvPr id="44" name="Rectangle 43"/>
          <p:cNvSpPr/>
          <p:nvPr/>
        </p:nvSpPr>
        <p:spPr>
          <a:xfrm>
            <a:off x="1246503" y="5330593"/>
            <a:ext cx="2651146" cy="609257"/>
          </a:xfrm>
          <a:prstGeom prst="rect">
            <a:avLst/>
          </a:prstGeom>
          <a:ln>
            <a:solidFill>
              <a:schemeClr val="accent4"/>
            </a:solidFill>
          </a:ln>
        </p:spPr>
        <p:txBody>
          <a:bodyPr wrap="square" anchor="ctr" anchorCtr="0">
            <a:spAutoFit/>
          </a:bodyPr>
          <a:lstStyle/>
          <a:p>
            <a:pPr algn="ctr" defTabSz="914217" fontAlgn="base">
              <a:lnSpc>
                <a:spcPct val="80000"/>
              </a:lnSpc>
              <a:spcBef>
                <a:spcPct val="50000"/>
              </a:spcBef>
              <a:spcAft>
                <a:spcPct val="0"/>
              </a:spcAft>
              <a:buClr>
                <a:srgbClr val="F0AB00"/>
              </a:buClr>
              <a:buSzPct val="80000"/>
            </a:pPr>
            <a:r>
              <a:rPr lang="en-US" sz="1600" b="1" kern="0" dirty="0">
                <a:solidFill>
                  <a:schemeClr val="accent4"/>
                </a:solidFill>
                <a:latin typeface="+mn-lt"/>
                <a:ea typeface="BentonSans Book" charset="0"/>
                <a:cs typeface="Arial" panose="020B0604020202020204" pitchFamily="34" charset="0"/>
              </a:rPr>
              <a:t>Quick Wins</a:t>
            </a:r>
          </a:p>
          <a:p>
            <a:pPr algn="ctr" defTabSz="914217" fontAlgn="base">
              <a:lnSpc>
                <a:spcPct val="80000"/>
              </a:lnSpc>
              <a:spcBef>
                <a:spcPct val="50000"/>
              </a:spcBef>
              <a:spcAft>
                <a:spcPct val="0"/>
              </a:spcAft>
              <a:buClr>
                <a:srgbClr val="F0AB00"/>
              </a:buClr>
              <a:buSzPct val="80000"/>
            </a:pPr>
            <a:r>
              <a:rPr lang="en-US" sz="1600" b="1" kern="0" dirty="0">
                <a:solidFill>
                  <a:schemeClr val="accent4"/>
                </a:solidFill>
                <a:latin typeface="+mn-lt"/>
                <a:ea typeface="BentonSans Book" charset="0"/>
                <a:cs typeface="Arial" panose="020B0604020202020204" pitchFamily="34" charset="0"/>
              </a:rPr>
              <a:t>1-3 Months</a:t>
            </a:r>
          </a:p>
        </p:txBody>
      </p:sp>
      <p:sp>
        <p:nvSpPr>
          <p:cNvPr id="45" name="Rectangle 44"/>
          <p:cNvSpPr/>
          <p:nvPr/>
        </p:nvSpPr>
        <p:spPr>
          <a:xfrm>
            <a:off x="4770502" y="5337217"/>
            <a:ext cx="2651146" cy="609257"/>
          </a:xfrm>
          <a:prstGeom prst="rect">
            <a:avLst/>
          </a:prstGeom>
          <a:ln>
            <a:solidFill>
              <a:schemeClr val="accent1"/>
            </a:solidFill>
          </a:ln>
        </p:spPr>
        <p:txBody>
          <a:bodyPr wrap="square" anchor="ctr" anchorCtr="0">
            <a:spAutoFit/>
          </a:bodyPr>
          <a:lstStyle/>
          <a:p>
            <a:pPr algn="ctr" defTabSz="914217" fontAlgn="base">
              <a:lnSpc>
                <a:spcPct val="80000"/>
              </a:lnSpc>
              <a:spcBef>
                <a:spcPct val="50000"/>
              </a:spcBef>
              <a:spcAft>
                <a:spcPct val="0"/>
              </a:spcAft>
              <a:buClr>
                <a:srgbClr val="F0AB00"/>
              </a:buClr>
              <a:buSzPct val="80000"/>
            </a:pPr>
            <a:r>
              <a:rPr lang="en-US" sz="1600" b="1" kern="0" dirty="0">
                <a:solidFill>
                  <a:schemeClr val="accent1"/>
                </a:solidFill>
                <a:latin typeface="+mn-lt"/>
                <a:ea typeface="BentonSans Book" charset="0"/>
                <a:cs typeface="Arial" panose="020B0604020202020204" pitchFamily="34" charset="0"/>
              </a:rPr>
              <a:t>Short to Mid-Term</a:t>
            </a:r>
          </a:p>
          <a:p>
            <a:pPr algn="ctr" defTabSz="914217" fontAlgn="base">
              <a:lnSpc>
                <a:spcPct val="80000"/>
              </a:lnSpc>
              <a:spcBef>
                <a:spcPct val="50000"/>
              </a:spcBef>
              <a:spcAft>
                <a:spcPct val="0"/>
              </a:spcAft>
              <a:buClr>
                <a:srgbClr val="F0AB00"/>
              </a:buClr>
              <a:buSzPct val="80000"/>
            </a:pPr>
            <a:r>
              <a:rPr lang="en-US" sz="1600" b="1" kern="0" dirty="0">
                <a:solidFill>
                  <a:schemeClr val="accent1"/>
                </a:solidFill>
                <a:latin typeface="+mn-lt"/>
                <a:ea typeface="BentonSans Book" charset="0"/>
                <a:cs typeface="Arial" panose="020B0604020202020204" pitchFamily="34" charset="0"/>
              </a:rPr>
              <a:t>3-6 Months</a:t>
            </a:r>
          </a:p>
        </p:txBody>
      </p:sp>
      <p:sp>
        <p:nvSpPr>
          <p:cNvPr id="46" name="Rectangle 45"/>
          <p:cNvSpPr/>
          <p:nvPr/>
        </p:nvSpPr>
        <p:spPr>
          <a:xfrm>
            <a:off x="8294503" y="5342476"/>
            <a:ext cx="2651146" cy="609257"/>
          </a:xfrm>
          <a:prstGeom prst="rect">
            <a:avLst/>
          </a:prstGeom>
          <a:ln>
            <a:solidFill>
              <a:schemeClr val="accent6"/>
            </a:solidFill>
          </a:ln>
        </p:spPr>
        <p:txBody>
          <a:bodyPr wrap="square" anchor="ctr" anchorCtr="0">
            <a:spAutoFit/>
          </a:bodyPr>
          <a:lstStyle/>
          <a:p>
            <a:pPr algn="ctr" defTabSz="914217" fontAlgn="base">
              <a:lnSpc>
                <a:spcPct val="80000"/>
              </a:lnSpc>
              <a:spcBef>
                <a:spcPct val="50000"/>
              </a:spcBef>
              <a:spcAft>
                <a:spcPct val="0"/>
              </a:spcAft>
              <a:buClr>
                <a:srgbClr val="F0AB00"/>
              </a:buClr>
              <a:buSzPct val="80000"/>
            </a:pPr>
            <a:r>
              <a:rPr lang="en-US" sz="1600" b="1" kern="0" dirty="0">
                <a:solidFill>
                  <a:schemeClr val="accent6"/>
                </a:solidFill>
                <a:latin typeface="+mn-lt"/>
                <a:ea typeface="BentonSans Book" charset="0"/>
                <a:cs typeface="Arial" panose="020B0604020202020204" pitchFamily="34" charset="0"/>
              </a:rPr>
              <a:t>Long Term / Ongoing</a:t>
            </a:r>
          </a:p>
          <a:p>
            <a:pPr algn="ctr" defTabSz="914217" fontAlgn="base">
              <a:lnSpc>
                <a:spcPct val="80000"/>
              </a:lnSpc>
              <a:spcBef>
                <a:spcPct val="50000"/>
              </a:spcBef>
              <a:spcAft>
                <a:spcPct val="0"/>
              </a:spcAft>
              <a:buClr>
                <a:srgbClr val="F0AB00"/>
              </a:buClr>
              <a:buSzPct val="80000"/>
            </a:pPr>
            <a:r>
              <a:rPr lang="en-US" sz="1600" b="1" kern="0" dirty="0">
                <a:solidFill>
                  <a:schemeClr val="accent6"/>
                </a:solidFill>
                <a:latin typeface="+mn-lt"/>
                <a:ea typeface="BentonSans Book" charset="0"/>
                <a:cs typeface="Arial" panose="020B0604020202020204" pitchFamily="34" charset="0"/>
              </a:rPr>
              <a:t>+6 Months</a:t>
            </a:r>
          </a:p>
        </p:txBody>
      </p:sp>
      <p:sp>
        <p:nvSpPr>
          <p:cNvPr id="47" name="Rectangle 46"/>
          <p:cNvSpPr/>
          <p:nvPr/>
        </p:nvSpPr>
        <p:spPr>
          <a:xfrm>
            <a:off x="4954625" y="4175167"/>
            <a:ext cx="1523647" cy="1169280"/>
          </a:xfrm>
          <a:prstGeom prst="rect">
            <a:avLst/>
          </a:prstGeom>
        </p:spPr>
        <p:txBody>
          <a:bodyPr wrap="square">
            <a:spAutoFit/>
          </a:bodyPr>
          <a:lstStyle/>
          <a:p>
            <a:pPr algn="ctr" defTabSz="914217" fontAlgn="base">
              <a:lnSpc>
                <a:spcPct val="80000"/>
              </a:lnSpc>
              <a:spcBef>
                <a:spcPct val="50000"/>
              </a:spcBef>
              <a:spcAft>
                <a:spcPct val="0"/>
              </a:spcAft>
              <a:buClr>
                <a:srgbClr val="F0AB00"/>
              </a:buClr>
              <a:buSzPct val="80000"/>
            </a:pPr>
            <a:r>
              <a:rPr lang="en-US" sz="1400" b="1" kern="0" dirty="0">
                <a:solidFill>
                  <a:schemeClr val="accent3"/>
                </a:solidFill>
                <a:ea typeface="BentonSans Book" charset="0"/>
                <a:cs typeface="Arial" panose="020B0604020202020204" pitchFamily="34" charset="0"/>
              </a:rPr>
              <a:t>Procurement Operations Desk</a:t>
            </a:r>
          </a:p>
          <a:p>
            <a:pPr algn="ctr" defTabSz="914217" fontAlgn="base">
              <a:lnSpc>
                <a:spcPct val="80000"/>
              </a:lnSpc>
              <a:spcBef>
                <a:spcPct val="50000"/>
              </a:spcBef>
              <a:spcAft>
                <a:spcPct val="0"/>
              </a:spcAft>
              <a:buClr>
                <a:srgbClr val="F0AB00"/>
              </a:buClr>
              <a:buSzPct val="80000"/>
            </a:pPr>
            <a:r>
              <a:rPr lang="en-US" sz="1400" b="1" kern="0" dirty="0">
                <a:solidFill>
                  <a:schemeClr val="accent3"/>
                </a:solidFill>
                <a:ea typeface="BentonSans Book" charset="0"/>
                <a:cs typeface="Arial" panose="020B0604020202020204" pitchFamily="34" charset="0"/>
              </a:rPr>
              <a:t>(March 2019)</a:t>
            </a:r>
          </a:p>
          <a:p>
            <a:pPr algn="ctr" defTabSz="914217" fontAlgn="base">
              <a:lnSpc>
                <a:spcPct val="80000"/>
              </a:lnSpc>
              <a:spcBef>
                <a:spcPct val="50000"/>
              </a:spcBef>
              <a:spcAft>
                <a:spcPct val="0"/>
              </a:spcAft>
              <a:buClr>
                <a:srgbClr val="F0AB00"/>
              </a:buClr>
              <a:buSzPct val="80000"/>
            </a:pPr>
            <a:r>
              <a:rPr lang="en-US" sz="1400" b="1" kern="0" dirty="0">
                <a:solidFill>
                  <a:schemeClr val="accent1"/>
                </a:solidFill>
                <a:cs typeface="Arial" panose="020B0604020202020204" pitchFamily="34" charset="0"/>
              </a:rPr>
              <a:t> </a:t>
            </a:r>
          </a:p>
        </p:txBody>
      </p:sp>
      <p:sp>
        <p:nvSpPr>
          <p:cNvPr id="48" name="Freeform 5"/>
          <p:cNvSpPr>
            <a:spLocks/>
          </p:cNvSpPr>
          <p:nvPr/>
        </p:nvSpPr>
        <p:spPr bwMode="auto">
          <a:xfrm rot="10800000">
            <a:off x="5616881" y="3397237"/>
            <a:ext cx="182521" cy="257115"/>
          </a:xfrm>
          <a:custGeom>
            <a:avLst/>
            <a:gdLst>
              <a:gd name="T0" fmla="*/ 197 w 394"/>
              <a:gd name="T1" fmla="*/ 563 h 563"/>
              <a:gd name="T2" fmla="*/ 31 w 394"/>
              <a:gd name="T3" fmla="*/ 302 h 563"/>
              <a:gd name="T4" fmla="*/ 17 w 394"/>
              <a:gd name="T5" fmla="*/ 275 h 563"/>
              <a:gd name="T6" fmla="*/ 0 w 394"/>
              <a:gd name="T7" fmla="*/ 197 h 563"/>
              <a:gd name="T8" fmla="*/ 197 w 394"/>
              <a:gd name="T9" fmla="*/ 0 h 563"/>
              <a:gd name="T10" fmla="*/ 394 w 394"/>
              <a:gd name="T11" fmla="*/ 197 h 563"/>
              <a:gd name="T12" fmla="*/ 377 w 394"/>
              <a:gd name="T13" fmla="*/ 275 h 563"/>
              <a:gd name="T14" fmla="*/ 364 w 394"/>
              <a:gd name="T15" fmla="*/ 300 h 563"/>
              <a:gd name="T16" fmla="*/ 204 w 394"/>
              <a:gd name="T17" fmla="*/ 552 h 563"/>
              <a:gd name="T18" fmla="*/ 197 w 394"/>
              <a:gd name="T19" fmla="*/ 563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4" h="563">
                <a:moveTo>
                  <a:pt x="197" y="563"/>
                </a:moveTo>
                <a:cubicBezTo>
                  <a:pt x="31" y="302"/>
                  <a:pt x="31" y="302"/>
                  <a:pt x="31" y="302"/>
                </a:cubicBezTo>
                <a:cubicBezTo>
                  <a:pt x="25" y="293"/>
                  <a:pt x="21" y="284"/>
                  <a:pt x="17" y="275"/>
                </a:cubicBezTo>
                <a:cubicBezTo>
                  <a:pt x="6" y="250"/>
                  <a:pt x="0" y="224"/>
                  <a:pt x="0" y="197"/>
                </a:cubicBezTo>
                <a:cubicBezTo>
                  <a:pt x="0" y="89"/>
                  <a:pt x="89" y="0"/>
                  <a:pt x="197" y="0"/>
                </a:cubicBezTo>
                <a:cubicBezTo>
                  <a:pt x="305" y="0"/>
                  <a:pt x="394" y="89"/>
                  <a:pt x="394" y="197"/>
                </a:cubicBezTo>
                <a:cubicBezTo>
                  <a:pt x="394" y="224"/>
                  <a:pt x="388" y="250"/>
                  <a:pt x="377" y="275"/>
                </a:cubicBezTo>
                <a:cubicBezTo>
                  <a:pt x="374" y="283"/>
                  <a:pt x="369" y="292"/>
                  <a:pt x="364" y="300"/>
                </a:cubicBezTo>
                <a:cubicBezTo>
                  <a:pt x="362" y="303"/>
                  <a:pt x="210" y="542"/>
                  <a:pt x="204" y="552"/>
                </a:cubicBezTo>
                <a:lnTo>
                  <a:pt x="197" y="563"/>
                </a:lnTo>
                <a:close/>
              </a:path>
            </a:pathLst>
          </a:custGeom>
          <a:solidFill>
            <a:schemeClr val="accent1"/>
          </a:solidFill>
          <a:ln w="28575">
            <a:solidFill>
              <a:schemeClr val="accent1"/>
            </a:solidFill>
          </a:ln>
          <a:effectLst>
            <a:outerShdw blurRad="63500" sx="102000" sy="102000" algn="ctr" rotWithShape="0">
              <a:prstClr val="black">
                <a:alpha val="40000"/>
              </a:prstClr>
            </a:outerShdw>
          </a:effectLst>
        </p:spPr>
        <p:txBody>
          <a:bodyPr vert="horz" wrap="square" lIns="91419" tIns="45709" rIns="91419" bIns="45709" numCol="1" anchor="t" anchorCtr="0" compatLnSpc="1">
            <a:prstTxWarp prst="textNoShape">
              <a:avLst/>
            </a:prstTxWarp>
          </a:bodyPr>
          <a:lstStyle/>
          <a:p>
            <a:endParaRPr lang="en-US" dirty="0">
              <a:solidFill>
                <a:srgbClr val="FFFFFF"/>
              </a:solidFill>
              <a:latin typeface="+mn-lt"/>
              <a:cs typeface="Arial" panose="020B0604020202020204" pitchFamily="34" charset="0"/>
            </a:endParaRPr>
          </a:p>
        </p:txBody>
      </p:sp>
      <p:cxnSp>
        <p:nvCxnSpPr>
          <p:cNvPr id="49" name="Straight Connector 48"/>
          <p:cNvCxnSpPr>
            <a:cxnSpLocks/>
            <a:endCxn id="47" idx="0"/>
          </p:cNvCxnSpPr>
          <p:nvPr/>
        </p:nvCxnSpPr>
        <p:spPr>
          <a:xfrm>
            <a:off x="5708142" y="3712389"/>
            <a:ext cx="8307" cy="462778"/>
          </a:xfrm>
          <a:prstGeom prst="line">
            <a:avLst/>
          </a:prstGeom>
          <a:ln w="25400" cap="rnd">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a:off x="7285975" y="4100499"/>
            <a:ext cx="1484748" cy="1223129"/>
          </a:xfrm>
          <a:prstGeom prst="rect">
            <a:avLst/>
          </a:prstGeom>
        </p:spPr>
        <p:txBody>
          <a:bodyPr wrap="square">
            <a:spAutoFit/>
          </a:bodyPr>
          <a:lstStyle/>
          <a:p>
            <a:pPr algn="ctr" defTabSz="914217" fontAlgn="base">
              <a:lnSpc>
                <a:spcPct val="85000"/>
              </a:lnSpc>
              <a:spcBef>
                <a:spcPct val="50000"/>
              </a:spcBef>
              <a:spcAft>
                <a:spcPct val="0"/>
              </a:spcAft>
              <a:buClr>
                <a:srgbClr val="F0AB00"/>
              </a:buClr>
              <a:buSzPct val="80000"/>
            </a:pPr>
            <a:r>
              <a:rPr lang="en-US" sz="1400" b="1" kern="0" dirty="0">
                <a:solidFill>
                  <a:schemeClr val="accent1"/>
                </a:solidFill>
                <a:ea typeface="BentonSans Book" charset="0"/>
                <a:cs typeface="Arial" panose="020B0604020202020204" pitchFamily="34" charset="0"/>
              </a:rPr>
              <a:t>Guided Buying</a:t>
            </a:r>
          </a:p>
          <a:p>
            <a:pPr algn="ctr" defTabSz="914217" fontAlgn="base">
              <a:lnSpc>
                <a:spcPct val="85000"/>
              </a:lnSpc>
              <a:spcBef>
                <a:spcPct val="50000"/>
              </a:spcBef>
              <a:spcAft>
                <a:spcPct val="0"/>
              </a:spcAft>
              <a:buClr>
                <a:srgbClr val="F0AB00"/>
              </a:buClr>
              <a:buSzPct val="80000"/>
            </a:pPr>
            <a:r>
              <a:rPr lang="en-US" sz="1400" b="1" kern="0" dirty="0">
                <a:solidFill>
                  <a:schemeClr val="accent1"/>
                </a:solidFill>
                <a:ea typeface="BentonSans Book" charset="0"/>
                <a:cs typeface="Arial" panose="020B0604020202020204" pitchFamily="34" charset="0"/>
              </a:rPr>
              <a:t>(Form Builder, Quick Quote)</a:t>
            </a:r>
          </a:p>
          <a:p>
            <a:pPr algn="ctr" defTabSz="914217" fontAlgn="base">
              <a:lnSpc>
                <a:spcPct val="85000"/>
              </a:lnSpc>
              <a:spcBef>
                <a:spcPct val="50000"/>
              </a:spcBef>
              <a:spcAft>
                <a:spcPct val="0"/>
              </a:spcAft>
              <a:buClr>
                <a:srgbClr val="F0AB00"/>
              </a:buClr>
              <a:buSzPct val="80000"/>
            </a:pPr>
            <a:r>
              <a:rPr lang="en-US" sz="1400" b="1" kern="0" dirty="0">
                <a:solidFill>
                  <a:schemeClr val="accent1"/>
                </a:solidFill>
                <a:latin typeface="+mn-lt"/>
                <a:cs typeface="Arial" panose="020B0604020202020204" pitchFamily="34" charset="0"/>
              </a:rPr>
              <a:t>Mid or </a:t>
            </a:r>
            <a:r>
              <a:rPr lang="en-US" sz="1400" b="1" kern="0" dirty="0">
                <a:solidFill>
                  <a:schemeClr val="accent6"/>
                </a:solidFill>
                <a:latin typeface="+mn-lt"/>
                <a:ea typeface="BentonSans Book" charset="0"/>
                <a:cs typeface="Arial" panose="020B0604020202020204" pitchFamily="34" charset="0"/>
              </a:rPr>
              <a:t>Long Term</a:t>
            </a:r>
          </a:p>
        </p:txBody>
      </p:sp>
      <p:sp>
        <p:nvSpPr>
          <p:cNvPr id="51" name="Freeform 5"/>
          <p:cNvSpPr>
            <a:spLocks/>
          </p:cNvSpPr>
          <p:nvPr/>
        </p:nvSpPr>
        <p:spPr bwMode="auto">
          <a:xfrm rot="10800000">
            <a:off x="7937090" y="3459845"/>
            <a:ext cx="182521" cy="257115"/>
          </a:xfrm>
          <a:custGeom>
            <a:avLst/>
            <a:gdLst>
              <a:gd name="T0" fmla="*/ 197 w 394"/>
              <a:gd name="T1" fmla="*/ 563 h 563"/>
              <a:gd name="T2" fmla="*/ 31 w 394"/>
              <a:gd name="T3" fmla="*/ 302 h 563"/>
              <a:gd name="T4" fmla="*/ 17 w 394"/>
              <a:gd name="T5" fmla="*/ 275 h 563"/>
              <a:gd name="T6" fmla="*/ 0 w 394"/>
              <a:gd name="T7" fmla="*/ 197 h 563"/>
              <a:gd name="T8" fmla="*/ 197 w 394"/>
              <a:gd name="T9" fmla="*/ 0 h 563"/>
              <a:gd name="T10" fmla="*/ 394 w 394"/>
              <a:gd name="T11" fmla="*/ 197 h 563"/>
              <a:gd name="T12" fmla="*/ 377 w 394"/>
              <a:gd name="T13" fmla="*/ 275 h 563"/>
              <a:gd name="T14" fmla="*/ 364 w 394"/>
              <a:gd name="T15" fmla="*/ 300 h 563"/>
              <a:gd name="T16" fmla="*/ 204 w 394"/>
              <a:gd name="T17" fmla="*/ 552 h 563"/>
              <a:gd name="T18" fmla="*/ 197 w 394"/>
              <a:gd name="T19" fmla="*/ 563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4" h="563">
                <a:moveTo>
                  <a:pt x="197" y="563"/>
                </a:moveTo>
                <a:cubicBezTo>
                  <a:pt x="31" y="302"/>
                  <a:pt x="31" y="302"/>
                  <a:pt x="31" y="302"/>
                </a:cubicBezTo>
                <a:cubicBezTo>
                  <a:pt x="25" y="293"/>
                  <a:pt x="21" y="284"/>
                  <a:pt x="17" y="275"/>
                </a:cubicBezTo>
                <a:cubicBezTo>
                  <a:pt x="6" y="250"/>
                  <a:pt x="0" y="224"/>
                  <a:pt x="0" y="197"/>
                </a:cubicBezTo>
                <a:cubicBezTo>
                  <a:pt x="0" y="89"/>
                  <a:pt x="89" y="0"/>
                  <a:pt x="197" y="0"/>
                </a:cubicBezTo>
                <a:cubicBezTo>
                  <a:pt x="305" y="0"/>
                  <a:pt x="394" y="89"/>
                  <a:pt x="394" y="197"/>
                </a:cubicBezTo>
                <a:cubicBezTo>
                  <a:pt x="394" y="224"/>
                  <a:pt x="388" y="250"/>
                  <a:pt x="377" y="275"/>
                </a:cubicBezTo>
                <a:cubicBezTo>
                  <a:pt x="374" y="283"/>
                  <a:pt x="369" y="292"/>
                  <a:pt x="364" y="300"/>
                </a:cubicBezTo>
                <a:cubicBezTo>
                  <a:pt x="362" y="303"/>
                  <a:pt x="210" y="542"/>
                  <a:pt x="204" y="552"/>
                </a:cubicBezTo>
                <a:lnTo>
                  <a:pt x="197" y="563"/>
                </a:lnTo>
                <a:close/>
              </a:path>
            </a:pathLst>
          </a:custGeom>
          <a:solidFill>
            <a:schemeClr val="accent1"/>
          </a:solidFill>
          <a:ln w="28575">
            <a:solidFill>
              <a:schemeClr val="accent6"/>
            </a:solidFill>
          </a:ln>
          <a:effectLst>
            <a:outerShdw blurRad="63500" sx="102000" sy="102000" algn="ctr" rotWithShape="0">
              <a:prstClr val="black">
                <a:alpha val="40000"/>
              </a:prstClr>
            </a:outerShdw>
          </a:effectLst>
        </p:spPr>
        <p:txBody>
          <a:bodyPr vert="horz" wrap="square" lIns="91419" tIns="45709" rIns="91419" bIns="45709" numCol="1" anchor="t" anchorCtr="0" compatLnSpc="1">
            <a:prstTxWarp prst="textNoShape">
              <a:avLst/>
            </a:prstTxWarp>
          </a:bodyPr>
          <a:lstStyle/>
          <a:p>
            <a:endParaRPr lang="en-US" dirty="0">
              <a:solidFill>
                <a:srgbClr val="FFFFFF"/>
              </a:solidFill>
              <a:latin typeface="+mn-lt"/>
              <a:cs typeface="Arial" panose="020B0604020202020204" pitchFamily="34" charset="0"/>
            </a:endParaRPr>
          </a:p>
        </p:txBody>
      </p:sp>
      <p:cxnSp>
        <p:nvCxnSpPr>
          <p:cNvPr id="52" name="Straight Connector 51"/>
          <p:cNvCxnSpPr>
            <a:cxnSpLocks/>
            <a:stCxn id="51" idx="4"/>
            <a:endCxn id="50" idx="0"/>
          </p:cNvCxnSpPr>
          <p:nvPr/>
        </p:nvCxnSpPr>
        <p:spPr>
          <a:xfrm>
            <a:off x="8028349" y="3716960"/>
            <a:ext cx="0" cy="383540"/>
          </a:xfrm>
          <a:prstGeom prst="line">
            <a:avLst/>
          </a:prstGeom>
          <a:ln w="25400" cap="rnd">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E61E5952-973D-45FA-8DC1-3B5965A8A2C8}"/>
              </a:ext>
            </a:extLst>
          </p:cNvPr>
          <p:cNvSpPr/>
          <p:nvPr/>
        </p:nvSpPr>
        <p:spPr>
          <a:xfrm>
            <a:off x="657084" y="4514218"/>
            <a:ext cx="1567259" cy="716953"/>
          </a:xfrm>
          <a:prstGeom prst="rect">
            <a:avLst/>
          </a:prstGeom>
        </p:spPr>
        <p:txBody>
          <a:bodyPr wrap="square">
            <a:spAutoFit/>
          </a:bodyPr>
          <a:lstStyle/>
          <a:p>
            <a:pPr algn="ctr" defTabSz="914217" fontAlgn="base">
              <a:lnSpc>
                <a:spcPct val="80000"/>
              </a:lnSpc>
              <a:spcBef>
                <a:spcPct val="50000"/>
              </a:spcBef>
              <a:spcAft>
                <a:spcPct val="0"/>
              </a:spcAft>
              <a:buClr>
                <a:srgbClr val="F0AB00"/>
              </a:buClr>
              <a:buSzPct val="80000"/>
            </a:pPr>
            <a:r>
              <a:rPr lang="en-US" sz="1400" b="1" kern="0" dirty="0">
                <a:solidFill>
                  <a:schemeClr val="accent4"/>
                </a:solidFill>
                <a:latin typeface="+mn-lt"/>
                <a:ea typeface="BentonSans Book" charset="0"/>
                <a:cs typeface="Arial" panose="020B0604020202020204" pitchFamily="34" charset="0"/>
              </a:rPr>
              <a:t>Procurement </a:t>
            </a:r>
            <a:br>
              <a:rPr lang="en-US" sz="1400" b="1" kern="0" dirty="0">
                <a:solidFill>
                  <a:schemeClr val="accent4"/>
                </a:solidFill>
                <a:latin typeface="+mn-lt"/>
                <a:ea typeface="BentonSans Book" charset="0"/>
                <a:cs typeface="Arial" panose="020B0604020202020204" pitchFamily="34" charset="0"/>
              </a:rPr>
            </a:br>
            <a:r>
              <a:rPr lang="en-US" sz="1400" b="1" kern="0" dirty="0">
                <a:solidFill>
                  <a:schemeClr val="accent4"/>
                </a:solidFill>
                <a:latin typeface="+mn-lt"/>
                <a:ea typeface="BentonSans Book" charset="0"/>
                <a:cs typeface="Arial" panose="020B0604020202020204" pitchFamily="34" charset="0"/>
              </a:rPr>
              <a:t>Intake</a:t>
            </a:r>
          </a:p>
          <a:p>
            <a:pPr algn="ctr" defTabSz="914217" fontAlgn="base">
              <a:lnSpc>
                <a:spcPct val="80000"/>
              </a:lnSpc>
              <a:spcBef>
                <a:spcPct val="50000"/>
              </a:spcBef>
              <a:spcAft>
                <a:spcPct val="0"/>
              </a:spcAft>
              <a:buClr>
                <a:srgbClr val="F0AB00"/>
              </a:buClr>
              <a:buSzPct val="80000"/>
            </a:pPr>
            <a:r>
              <a:rPr lang="en-US" sz="1400" b="1" kern="0" dirty="0">
                <a:solidFill>
                  <a:schemeClr val="accent4"/>
                </a:solidFill>
                <a:latin typeface="+mn-lt"/>
                <a:ea typeface="BentonSans Book" charset="0"/>
                <a:cs typeface="Arial" panose="020B0604020202020204" pitchFamily="34" charset="0"/>
              </a:rPr>
              <a:t> </a:t>
            </a:r>
          </a:p>
        </p:txBody>
      </p:sp>
      <p:cxnSp>
        <p:nvCxnSpPr>
          <p:cNvPr id="61" name="Straight Connector 60">
            <a:extLst>
              <a:ext uri="{FF2B5EF4-FFF2-40B4-BE49-F238E27FC236}">
                <a16:creationId xmlns:a16="http://schemas.microsoft.com/office/drawing/2014/main" id="{75069120-FC20-4C71-81D8-4C7367A303E8}"/>
              </a:ext>
            </a:extLst>
          </p:cNvPr>
          <p:cNvCxnSpPr>
            <a:cxnSpLocks/>
            <a:stCxn id="60" idx="0"/>
            <a:endCxn id="62" idx="4"/>
          </p:cNvCxnSpPr>
          <p:nvPr/>
        </p:nvCxnSpPr>
        <p:spPr>
          <a:xfrm flipH="1" flipV="1">
            <a:off x="1436263" y="3678559"/>
            <a:ext cx="4451" cy="835660"/>
          </a:xfrm>
          <a:prstGeom prst="line">
            <a:avLst/>
          </a:prstGeom>
          <a:ln w="25400" cap="rnd">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Freeform 5">
            <a:extLst>
              <a:ext uri="{FF2B5EF4-FFF2-40B4-BE49-F238E27FC236}">
                <a16:creationId xmlns:a16="http://schemas.microsoft.com/office/drawing/2014/main" id="{C4857D73-C2A6-4761-B467-F5FDD73A3280}"/>
              </a:ext>
            </a:extLst>
          </p:cNvPr>
          <p:cNvSpPr>
            <a:spLocks/>
          </p:cNvSpPr>
          <p:nvPr/>
        </p:nvSpPr>
        <p:spPr bwMode="auto">
          <a:xfrm flipV="1">
            <a:off x="1349234" y="3465249"/>
            <a:ext cx="174058" cy="213310"/>
          </a:xfrm>
          <a:custGeom>
            <a:avLst/>
            <a:gdLst>
              <a:gd name="T0" fmla="*/ 197 w 394"/>
              <a:gd name="T1" fmla="*/ 563 h 563"/>
              <a:gd name="T2" fmla="*/ 31 w 394"/>
              <a:gd name="T3" fmla="*/ 302 h 563"/>
              <a:gd name="T4" fmla="*/ 17 w 394"/>
              <a:gd name="T5" fmla="*/ 275 h 563"/>
              <a:gd name="T6" fmla="*/ 0 w 394"/>
              <a:gd name="T7" fmla="*/ 197 h 563"/>
              <a:gd name="T8" fmla="*/ 197 w 394"/>
              <a:gd name="T9" fmla="*/ 0 h 563"/>
              <a:gd name="T10" fmla="*/ 394 w 394"/>
              <a:gd name="T11" fmla="*/ 197 h 563"/>
              <a:gd name="T12" fmla="*/ 377 w 394"/>
              <a:gd name="T13" fmla="*/ 275 h 563"/>
              <a:gd name="T14" fmla="*/ 364 w 394"/>
              <a:gd name="T15" fmla="*/ 300 h 563"/>
              <a:gd name="T16" fmla="*/ 204 w 394"/>
              <a:gd name="T17" fmla="*/ 552 h 563"/>
              <a:gd name="T18" fmla="*/ 197 w 394"/>
              <a:gd name="T19" fmla="*/ 563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4" h="563">
                <a:moveTo>
                  <a:pt x="197" y="563"/>
                </a:moveTo>
                <a:cubicBezTo>
                  <a:pt x="31" y="302"/>
                  <a:pt x="31" y="302"/>
                  <a:pt x="31" y="302"/>
                </a:cubicBezTo>
                <a:cubicBezTo>
                  <a:pt x="25" y="293"/>
                  <a:pt x="21" y="284"/>
                  <a:pt x="17" y="275"/>
                </a:cubicBezTo>
                <a:cubicBezTo>
                  <a:pt x="6" y="250"/>
                  <a:pt x="0" y="224"/>
                  <a:pt x="0" y="197"/>
                </a:cubicBezTo>
                <a:cubicBezTo>
                  <a:pt x="0" y="89"/>
                  <a:pt x="89" y="0"/>
                  <a:pt x="197" y="0"/>
                </a:cubicBezTo>
                <a:cubicBezTo>
                  <a:pt x="305" y="0"/>
                  <a:pt x="394" y="89"/>
                  <a:pt x="394" y="197"/>
                </a:cubicBezTo>
                <a:cubicBezTo>
                  <a:pt x="394" y="224"/>
                  <a:pt x="388" y="250"/>
                  <a:pt x="377" y="275"/>
                </a:cubicBezTo>
                <a:cubicBezTo>
                  <a:pt x="374" y="283"/>
                  <a:pt x="369" y="292"/>
                  <a:pt x="364" y="300"/>
                </a:cubicBezTo>
                <a:cubicBezTo>
                  <a:pt x="362" y="303"/>
                  <a:pt x="210" y="542"/>
                  <a:pt x="204" y="552"/>
                </a:cubicBezTo>
                <a:lnTo>
                  <a:pt x="197" y="563"/>
                </a:lnTo>
                <a:close/>
              </a:path>
            </a:pathLst>
          </a:custGeom>
          <a:solidFill>
            <a:schemeClr val="accent4"/>
          </a:solidFill>
          <a:ln>
            <a:solidFill>
              <a:schemeClr val="accent4"/>
            </a:solidFill>
          </a:ln>
          <a:effectLst>
            <a:outerShdw blurRad="63500" sx="102000" sy="102000" algn="ctr" rotWithShape="0">
              <a:prstClr val="black">
                <a:alpha val="40000"/>
              </a:prstClr>
            </a:outerShdw>
          </a:effectLst>
        </p:spPr>
        <p:txBody>
          <a:bodyPr vert="horz" wrap="square" lIns="91419" tIns="45709" rIns="91419" bIns="45709" numCol="1" anchor="t" anchorCtr="0" compatLnSpc="1">
            <a:prstTxWarp prst="textNoShape">
              <a:avLst/>
            </a:prstTxWarp>
          </a:bodyPr>
          <a:lstStyle/>
          <a:p>
            <a:endParaRPr lang="en-US" dirty="0">
              <a:solidFill>
                <a:srgbClr val="FFFFFF"/>
              </a:solidFill>
              <a:latin typeface="+mn-lt"/>
              <a:cs typeface="Arial" panose="020B0604020202020204" pitchFamily="34" charset="0"/>
            </a:endParaRPr>
          </a:p>
        </p:txBody>
      </p:sp>
      <p:sp>
        <p:nvSpPr>
          <p:cNvPr id="54" name="Rectangle 53">
            <a:extLst>
              <a:ext uri="{FF2B5EF4-FFF2-40B4-BE49-F238E27FC236}">
                <a16:creationId xmlns:a16="http://schemas.microsoft.com/office/drawing/2014/main" id="{E2180ACB-EE39-40D6-B991-43E2F838B5E8}"/>
              </a:ext>
            </a:extLst>
          </p:cNvPr>
          <p:cNvSpPr/>
          <p:nvPr/>
        </p:nvSpPr>
        <p:spPr>
          <a:xfrm>
            <a:off x="10146056" y="1171154"/>
            <a:ext cx="1498336" cy="458481"/>
          </a:xfrm>
          <a:prstGeom prst="rect">
            <a:avLst/>
          </a:prstGeom>
        </p:spPr>
        <p:txBody>
          <a:bodyPr wrap="square">
            <a:spAutoFit/>
          </a:bodyPr>
          <a:lstStyle/>
          <a:p>
            <a:pPr algn="ctr" defTabSz="914217" fontAlgn="base">
              <a:lnSpc>
                <a:spcPct val="85000"/>
              </a:lnSpc>
              <a:spcBef>
                <a:spcPct val="50000"/>
              </a:spcBef>
              <a:spcAft>
                <a:spcPct val="0"/>
              </a:spcAft>
              <a:buClr>
                <a:srgbClr val="F0AB00"/>
              </a:buClr>
              <a:buSzPct val="80000"/>
            </a:pPr>
            <a:r>
              <a:rPr lang="en-US" sz="1400" b="1" kern="0" dirty="0">
                <a:solidFill>
                  <a:schemeClr val="accent3"/>
                </a:solidFill>
                <a:cs typeface="Arial" panose="020B0604020202020204" pitchFamily="34" charset="0"/>
              </a:rPr>
              <a:t>New Sourcing UX (2020+) </a:t>
            </a:r>
          </a:p>
        </p:txBody>
      </p:sp>
      <p:cxnSp>
        <p:nvCxnSpPr>
          <p:cNvPr id="42" name="Straight Connector 41">
            <a:extLst>
              <a:ext uri="{FF2B5EF4-FFF2-40B4-BE49-F238E27FC236}">
                <a16:creationId xmlns:a16="http://schemas.microsoft.com/office/drawing/2014/main" id="{B89A735E-3EF4-48E9-AB59-3163928CFC7F}"/>
              </a:ext>
            </a:extLst>
          </p:cNvPr>
          <p:cNvCxnSpPr>
            <a:cxnSpLocks/>
            <a:endCxn id="43" idx="4"/>
          </p:cNvCxnSpPr>
          <p:nvPr/>
        </p:nvCxnSpPr>
        <p:spPr>
          <a:xfrm>
            <a:off x="4317657" y="2586667"/>
            <a:ext cx="16214" cy="556492"/>
          </a:xfrm>
          <a:prstGeom prst="line">
            <a:avLst/>
          </a:prstGeom>
          <a:ln w="25400" cap="rnd">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Freeform 5">
            <a:extLst>
              <a:ext uri="{FF2B5EF4-FFF2-40B4-BE49-F238E27FC236}">
                <a16:creationId xmlns:a16="http://schemas.microsoft.com/office/drawing/2014/main" id="{93D98CE5-4DD6-444C-A0C6-4A56981EA343}"/>
              </a:ext>
            </a:extLst>
          </p:cNvPr>
          <p:cNvSpPr>
            <a:spLocks/>
          </p:cNvSpPr>
          <p:nvPr/>
        </p:nvSpPr>
        <p:spPr bwMode="auto">
          <a:xfrm>
            <a:off x="4242611" y="3143159"/>
            <a:ext cx="182521" cy="257115"/>
          </a:xfrm>
          <a:custGeom>
            <a:avLst/>
            <a:gdLst>
              <a:gd name="T0" fmla="*/ 197 w 394"/>
              <a:gd name="T1" fmla="*/ 563 h 563"/>
              <a:gd name="T2" fmla="*/ 31 w 394"/>
              <a:gd name="T3" fmla="*/ 302 h 563"/>
              <a:gd name="T4" fmla="*/ 17 w 394"/>
              <a:gd name="T5" fmla="*/ 275 h 563"/>
              <a:gd name="T6" fmla="*/ 0 w 394"/>
              <a:gd name="T7" fmla="*/ 197 h 563"/>
              <a:gd name="T8" fmla="*/ 197 w 394"/>
              <a:gd name="T9" fmla="*/ 0 h 563"/>
              <a:gd name="T10" fmla="*/ 394 w 394"/>
              <a:gd name="T11" fmla="*/ 197 h 563"/>
              <a:gd name="T12" fmla="*/ 377 w 394"/>
              <a:gd name="T13" fmla="*/ 275 h 563"/>
              <a:gd name="T14" fmla="*/ 364 w 394"/>
              <a:gd name="T15" fmla="*/ 300 h 563"/>
              <a:gd name="T16" fmla="*/ 204 w 394"/>
              <a:gd name="T17" fmla="*/ 552 h 563"/>
              <a:gd name="T18" fmla="*/ 197 w 394"/>
              <a:gd name="T19" fmla="*/ 563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4" h="563">
                <a:moveTo>
                  <a:pt x="197" y="563"/>
                </a:moveTo>
                <a:cubicBezTo>
                  <a:pt x="31" y="302"/>
                  <a:pt x="31" y="302"/>
                  <a:pt x="31" y="302"/>
                </a:cubicBezTo>
                <a:cubicBezTo>
                  <a:pt x="25" y="293"/>
                  <a:pt x="21" y="284"/>
                  <a:pt x="17" y="275"/>
                </a:cubicBezTo>
                <a:cubicBezTo>
                  <a:pt x="6" y="250"/>
                  <a:pt x="0" y="224"/>
                  <a:pt x="0" y="197"/>
                </a:cubicBezTo>
                <a:cubicBezTo>
                  <a:pt x="0" y="89"/>
                  <a:pt x="89" y="0"/>
                  <a:pt x="197" y="0"/>
                </a:cubicBezTo>
                <a:cubicBezTo>
                  <a:pt x="305" y="0"/>
                  <a:pt x="394" y="89"/>
                  <a:pt x="394" y="197"/>
                </a:cubicBezTo>
                <a:cubicBezTo>
                  <a:pt x="394" y="224"/>
                  <a:pt x="388" y="250"/>
                  <a:pt x="377" y="275"/>
                </a:cubicBezTo>
                <a:cubicBezTo>
                  <a:pt x="374" y="283"/>
                  <a:pt x="369" y="292"/>
                  <a:pt x="364" y="300"/>
                </a:cubicBezTo>
                <a:cubicBezTo>
                  <a:pt x="362" y="303"/>
                  <a:pt x="210" y="542"/>
                  <a:pt x="204" y="552"/>
                </a:cubicBezTo>
                <a:lnTo>
                  <a:pt x="197" y="563"/>
                </a:lnTo>
                <a:close/>
              </a:path>
            </a:pathLst>
          </a:custGeom>
          <a:solidFill>
            <a:schemeClr val="accent1"/>
          </a:solidFill>
          <a:ln w="25400">
            <a:solidFill>
              <a:schemeClr val="accent1"/>
            </a:solidFill>
          </a:ln>
          <a:effectLst>
            <a:outerShdw blurRad="63500" sx="102000" sy="102000" algn="ctr" rotWithShape="0">
              <a:prstClr val="black">
                <a:alpha val="40000"/>
              </a:prstClr>
            </a:outerShdw>
          </a:effectLst>
        </p:spPr>
        <p:txBody>
          <a:bodyPr vert="horz" wrap="square" lIns="91419" tIns="45709" rIns="91419" bIns="45709" numCol="1" anchor="t" anchorCtr="0" compatLnSpc="1">
            <a:prstTxWarp prst="textNoShape">
              <a:avLst/>
            </a:prstTxWarp>
          </a:bodyPr>
          <a:lstStyle/>
          <a:p>
            <a:endParaRPr lang="en-US" dirty="0">
              <a:solidFill>
                <a:schemeClr val="accent1"/>
              </a:solidFill>
              <a:latin typeface="+mn-lt"/>
              <a:cs typeface="Arial" panose="020B0604020202020204" pitchFamily="34" charset="0"/>
            </a:endParaRPr>
          </a:p>
        </p:txBody>
      </p:sp>
      <p:sp>
        <p:nvSpPr>
          <p:cNvPr id="63" name="Rectangle 62">
            <a:extLst>
              <a:ext uri="{FF2B5EF4-FFF2-40B4-BE49-F238E27FC236}">
                <a16:creationId xmlns:a16="http://schemas.microsoft.com/office/drawing/2014/main" id="{07384D2C-6829-415A-8418-38942ABC876A}"/>
              </a:ext>
            </a:extLst>
          </p:cNvPr>
          <p:cNvSpPr/>
          <p:nvPr/>
        </p:nvSpPr>
        <p:spPr>
          <a:xfrm>
            <a:off x="3601893" y="1793349"/>
            <a:ext cx="1373069" cy="1061583"/>
          </a:xfrm>
          <a:prstGeom prst="rect">
            <a:avLst/>
          </a:prstGeom>
          <a:ln>
            <a:noFill/>
          </a:ln>
        </p:spPr>
        <p:txBody>
          <a:bodyPr wrap="square">
            <a:spAutoFit/>
          </a:bodyPr>
          <a:lstStyle/>
          <a:p>
            <a:pPr algn="ctr" defTabSz="914217" fontAlgn="base">
              <a:lnSpc>
                <a:spcPct val="80000"/>
              </a:lnSpc>
              <a:spcBef>
                <a:spcPct val="50000"/>
              </a:spcBef>
              <a:spcAft>
                <a:spcPct val="0"/>
              </a:spcAft>
              <a:buClr>
                <a:srgbClr val="F0AB00"/>
              </a:buClr>
              <a:buSzPct val="80000"/>
            </a:pPr>
            <a:r>
              <a:rPr lang="en-US" sz="1400" b="1" kern="0" dirty="0">
                <a:solidFill>
                  <a:schemeClr val="accent1"/>
                </a:solidFill>
                <a:ea typeface="BentonSans Book" charset="0"/>
                <a:cs typeface="Arial" panose="020B0604020202020204" pitchFamily="34" charset="0"/>
              </a:rPr>
              <a:t>Link Sourcing Process to Contract Activity</a:t>
            </a:r>
          </a:p>
          <a:p>
            <a:pPr algn="ctr" defTabSz="914217" fontAlgn="base">
              <a:lnSpc>
                <a:spcPct val="80000"/>
              </a:lnSpc>
              <a:spcBef>
                <a:spcPct val="50000"/>
              </a:spcBef>
              <a:spcAft>
                <a:spcPct val="0"/>
              </a:spcAft>
              <a:buClr>
                <a:srgbClr val="F0AB00"/>
              </a:buClr>
              <a:buSzPct val="80000"/>
            </a:pPr>
            <a:endParaRPr lang="en-US" sz="1400" b="1" kern="0" dirty="0">
              <a:solidFill>
                <a:schemeClr val="accent1"/>
              </a:solidFill>
              <a:latin typeface="+mn-lt"/>
              <a:ea typeface="BentonSans Book" charset="0"/>
              <a:cs typeface="Arial" panose="020B0604020202020204" pitchFamily="34" charset="0"/>
            </a:endParaRPr>
          </a:p>
        </p:txBody>
      </p:sp>
      <p:sp>
        <p:nvSpPr>
          <p:cNvPr id="9" name="TextBox 8">
            <a:extLst>
              <a:ext uri="{FF2B5EF4-FFF2-40B4-BE49-F238E27FC236}">
                <a16:creationId xmlns:a16="http://schemas.microsoft.com/office/drawing/2014/main" id="{58358EE3-27D7-4935-9AF2-C6847EB0B807}"/>
              </a:ext>
            </a:extLst>
          </p:cNvPr>
          <p:cNvSpPr txBox="1"/>
          <p:nvPr/>
        </p:nvSpPr>
        <p:spPr>
          <a:xfrm>
            <a:off x="509142" y="6304405"/>
            <a:ext cx="11079607" cy="276935"/>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b="1" kern="0" dirty="0">
                <a:solidFill>
                  <a:srgbClr val="0070C0"/>
                </a:solidFill>
                <a:latin typeface="+mn-lt"/>
                <a:ea typeface="BentonSans Book" charset="0"/>
                <a:cs typeface="Arial" panose="020B0604020202020204" pitchFamily="34" charset="0"/>
              </a:rPr>
              <a:t>** Recent Innovation Feature and/or Product **</a:t>
            </a:r>
          </a:p>
        </p:txBody>
      </p:sp>
      <p:cxnSp>
        <p:nvCxnSpPr>
          <p:cNvPr id="70" name="Straight Connector 69">
            <a:extLst>
              <a:ext uri="{FF2B5EF4-FFF2-40B4-BE49-F238E27FC236}">
                <a16:creationId xmlns:a16="http://schemas.microsoft.com/office/drawing/2014/main" id="{F53088D4-A95D-48D4-B14C-C25FDACAD879}"/>
              </a:ext>
            </a:extLst>
          </p:cNvPr>
          <p:cNvCxnSpPr>
            <a:cxnSpLocks/>
          </p:cNvCxnSpPr>
          <p:nvPr/>
        </p:nvCxnSpPr>
        <p:spPr>
          <a:xfrm>
            <a:off x="9953862" y="3711751"/>
            <a:ext cx="4446" cy="516735"/>
          </a:xfrm>
          <a:prstGeom prst="line">
            <a:avLst/>
          </a:prstGeom>
          <a:ln w="25400" cap="rnd">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1" name="Freeform 5">
            <a:extLst>
              <a:ext uri="{FF2B5EF4-FFF2-40B4-BE49-F238E27FC236}">
                <a16:creationId xmlns:a16="http://schemas.microsoft.com/office/drawing/2014/main" id="{479A2152-F616-4ECE-8CF9-080ED2B391EB}"/>
              </a:ext>
            </a:extLst>
          </p:cNvPr>
          <p:cNvSpPr>
            <a:spLocks/>
          </p:cNvSpPr>
          <p:nvPr/>
        </p:nvSpPr>
        <p:spPr bwMode="auto">
          <a:xfrm>
            <a:off x="8867457" y="3096893"/>
            <a:ext cx="182521" cy="257115"/>
          </a:xfrm>
          <a:custGeom>
            <a:avLst/>
            <a:gdLst>
              <a:gd name="T0" fmla="*/ 197 w 394"/>
              <a:gd name="T1" fmla="*/ 563 h 563"/>
              <a:gd name="T2" fmla="*/ 31 w 394"/>
              <a:gd name="T3" fmla="*/ 302 h 563"/>
              <a:gd name="T4" fmla="*/ 17 w 394"/>
              <a:gd name="T5" fmla="*/ 275 h 563"/>
              <a:gd name="T6" fmla="*/ 0 w 394"/>
              <a:gd name="T7" fmla="*/ 197 h 563"/>
              <a:gd name="T8" fmla="*/ 197 w 394"/>
              <a:gd name="T9" fmla="*/ 0 h 563"/>
              <a:gd name="T10" fmla="*/ 394 w 394"/>
              <a:gd name="T11" fmla="*/ 197 h 563"/>
              <a:gd name="T12" fmla="*/ 377 w 394"/>
              <a:gd name="T13" fmla="*/ 275 h 563"/>
              <a:gd name="T14" fmla="*/ 364 w 394"/>
              <a:gd name="T15" fmla="*/ 300 h 563"/>
              <a:gd name="T16" fmla="*/ 204 w 394"/>
              <a:gd name="T17" fmla="*/ 552 h 563"/>
              <a:gd name="T18" fmla="*/ 197 w 394"/>
              <a:gd name="T19" fmla="*/ 563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4" h="563">
                <a:moveTo>
                  <a:pt x="197" y="563"/>
                </a:moveTo>
                <a:cubicBezTo>
                  <a:pt x="31" y="302"/>
                  <a:pt x="31" y="302"/>
                  <a:pt x="31" y="302"/>
                </a:cubicBezTo>
                <a:cubicBezTo>
                  <a:pt x="25" y="293"/>
                  <a:pt x="21" y="284"/>
                  <a:pt x="17" y="275"/>
                </a:cubicBezTo>
                <a:cubicBezTo>
                  <a:pt x="6" y="250"/>
                  <a:pt x="0" y="224"/>
                  <a:pt x="0" y="197"/>
                </a:cubicBezTo>
                <a:cubicBezTo>
                  <a:pt x="0" y="89"/>
                  <a:pt x="89" y="0"/>
                  <a:pt x="197" y="0"/>
                </a:cubicBezTo>
                <a:cubicBezTo>
                  <a:pt x="305" y="0"/>
                  <a:pt x="394" y="89"/>
                  <a:pt x="394" y="197"/>
                </a:cubicBezTo>
                <a:cubicBezTo>
                  <a:pt x="394" y="224"/>
                  <a:pt x="388" y="250"/>
                  <a:pt x="377" y="275"/>
                </a:cubicBezTo>
                <a:cubicBezTo>
                  <a:pt x="374" y="283"/>
                  <a:pt x="369" y="292"/>
                  <a:pt x="364" y="300"/>
                </a:cubicBezTo>
                <a:cubicBezTo>
                  <a:pt x="362" y="303"/>
                  <a:pt x="210" y="542"/>
                  <a:pt x="204" y="552"/>
                </a:cubicBezTo>
                <a:lnTo>
                  <a:pt x="197" y="563"/>
                </a:lnTo>
                <a:close/>
              </a:path>
            </a:pathLst>
          </a:custGeom>
          <a:solidFill>
            <a:schemeClr val="accent1"/>
          </a:solidFill>
          <a:ln w="28575">
            <a:solidFill>
              <a:schemeClr val="accent6"/>
            </a:solidFill>
          </a:ln>
          <a:effectLst>
            <a:outerShdw blurRad="63500" sx="102000" sy="102000" algn="ctr" rotWithShape="0">
              <a:prstClr val="black">
                <a:alpha val="40000"/>
              </a:prstClr>
            </a:outerShdw>
          </a:effectLst>
        </p:spPr>
        <p:txBody>
          <a:bodyPr vert="horz" wrap="square" lIns="91419" tIns="45709" rIns="91419" bIns="45709" numCol="1" anchor="t" anchorCtr="0" compatLnSpc="1">
            <a:prstTxWarp prst="textNoShape">
              <a:avLst/>
            </a:prstTxWarp>
          </a:bodyPr>
          <a:lstStyle/>
          <a:p>
            <a:endParaRPr lang="en-US" dirty="0">
              <a:solidFill>
                <a:srgbClr val="FFFFFF"/>
              </a:solidFill>
              <a:latin typeface="+mn-lt"/>
              <a:cs typeface="Arial" panose="020B0604020202020204" pitchFamily="34" charset="0"/>
            </a:endParaRPr>
          </a:p>
        </p:txBody>
      </p:sp>
      <p:cxnSp>
        <p:nvCxnSpPr>
          <p:cNvPr id="74" name="Straight Connector 73">
            <a:extLst>
              <a:ext uri="{FF2B5EF4-FFF2-40B4-BE49-F238E27FC236}">
                <a16:creationId xmlns:a16="http://schemas.microsoft.com/office/drawing/2014/main" id="{4B34E40F-BD07-4A8D-AE28-47E6E59265B7}"/>
              </a:ext>
            </a:extLst>
          </p:cNvPr>
          <p:cNvCxnSpPr>
            <a:cxnSpLocks/>
            <a:stCxn id="75" idx="2"/>
            <a:endCxn id="71" idx="4"/>
          </p:cNvCxnSpPr>
          <p:nvPr/>
        </p:nvCxnSpPr>
        <p:spPr>
          <a:xfrm>
            <a:off x="8958537" y="2468841"/>
            <a:ext cx="181" cy="628052"/>
          </a:xfrm>
          <a:prstGeom prst="line">
            <a:avLst/>
          </a:prstGeom>
          <a:ln w="25400" cap="rnd">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093CA91F-D861-47D9-8DA1-F93EFAE73809}"/>
              </a:ext>
            </a:extLst>
          </p:cNvPr>
          <p:cNvSpPr/>
          <p:nvPr/>
        </p:nvSpPr>
        <p:spPr>
          <a:xfrm>
            <a:off x="7807154" y="1611880"/>
            <a:ext cx="2302765" cy="856960"/>
          </a:xfrm>
          <a:prstGeom prst="rect">
            <a:avLst/>
          </a:prstGeom>
        </p:spPr>
        <p:txBody>
          <a:bodyPr wrap="square">
            <a:spAutoFit/>
          </a:bodyPr>
          <a:lstStyle/>
          <a:p>
            <a:pPr algn="ctr" defTabSz="914217" fontAlgn="base">
              <a:lnSpc>
                <a:spcPct val="85000"/>
              </a:lnSpc>
              <a:spcBef>
                <a:spcPct val="50000"/>
              </a:spcBef>
              <a:spcAft>
                <a:spcPct val="0"/>
              </a:spcAft>
              <a:buClr>
                <a:srgbClr val="F0AB00"/>
              </a:buClr>
              <a:buSzPct val="80000"/>
            </a:pPr>
            <a:r>
              <a:rPr lang="en-US" sz="1400" b="1" kern="0" dirty="0">
                <a:solidFill>
                  <a:schemeClr val="accent6"/>
                </a:solidFill>
                <a:cs typeface="Arial" panose="020B0604020202020204" pitchFamily="34" charset="0"/>
              </a:rPr>
              <a:t>CIG and Integrations</a:t>
            </a:r>
          </a:p>
          <a:p>
            <a:pPr algn="ctr" defTabSz="914217" fontAlgn="base">
              <a:lnSpc>
                <a:spcPct val="85000"/>
              </a:lnSpc>
              <a:spcBef>
                <a:spcPct val="50000"/>
              </a:spcBef>
              <a:spcAft>
                <a:spcPct val="0"/>
              </a:spcAft>
              <a:buClr>
                <a:srgbClr val="F0AB00"/>
              </a:buClr>
              <a:buSzPct val="80000"/>
            </a:pPr>
            <a:r>
              <a:rPr lang="en-US" sz="1400" b="1" kern="0" dirty="0">
                <a:solidFill>
                  <a:schemeClr val="accent6"/>
                </a:solidFill>
                <a:cs typeface="Arial" panose="020B0604020202020204" pitchFamily="34" charset="0"/>
              </a:rPr>
              <a:t>2020+</a:t>
            </a:r>
          </a:p>
          <a:p>
            <a:pPr algn="ctr" defTabSz="914217" fontAlgn="base">
              <a:lnSpc>
                <a:spcPct val="85000"/>
              </a:lnSpc>
              <a:spcBef>
                <a:spcPct val="50000"/>
              </a:spcBef>
              <a:spcAft>
                <a:spcPct val="0"/>
              </a:spcAft>
              <a:buClr>
                <a:srgbClr val="F0AB00"/>
              </a:buClr>
              <a:buSzPct val="80000"/>
            </a:pPr>
            <a:endParaRPr lang="en-US" sz="1400" b="1" kern="0" dirty="0">
              <a:solidFill>
                <a:schemeClr val="accent6"/>
              </a:solidFill>
              <a:ea typeface="BentonSans Book" charset="0"/>
              <a:cs typeface="Arial" panose="020B0604020202020204" pitchFamily="34" charset="0"/>
            </a:endParaRPr>
          </a:p>
        </p:txBody>
      </p:sp>
      <p:sp>
        <p:nvSpPr>
          <p:cNvPr id="59" name="Freeform 5">
            <a:extLst>
              <a:ext uri="{FF2B5EF4-FFF2-40B4-BE49-F238E27FC236}">
                <a16:creationId xmlns:a16="http://schemas.microsoft.com/office/drawing/2014/main" id="{418E5EE6-DCF4-46B3-8D24-32BEC5438BA5}"/>
              </a:ext>
            </a:extLst>
          </p:cNvPr>
          <p:cNvSpPr>
            <a:spLocks/>
          </p:cNvSpPr>
          <p:nvPr/>
        </p:nvSpPr>
        <p:spPr bwMode="auto">
          <a:xfrm>
            <a:off x="10803965" y="3092665"/>
            <a:ext cx="182521" cy="257115"/>
          </a:xfrm>
          <a:custGeom>
            <a:avLst/>
            <a:gdLst>
              <a:gd name="T0" fmla="*/ 197 w 394"/>
              <a:gd name="T1" fmla="*/ 563 h 563"/>
              <a:gd name="T2" fmla="*/ 31 w 394"/>
              <a:gd name="T3" fmla="*/ 302 h 563"/>
              <a:gd name="T4" fmla="*/ 17 w 394"/>
              <a:gd name="T5" fmla="*/ 275 h 563"/>
              <a:gd name="T6" fmla="*/ 0 w 394"/>
              <a:gd name="T7" fmla="*/ 197 h 563"/>
              <a:gd name="T8" fmla="*/ 197 w 394"/>
              <a:gd name="T9" fmla="*/ 0 h 563"/>
              <a:gd name="T10" fmla="*/ 394 w 394"/>
              <a:gd name="T11" fmla="*/ 197 h 563"/>
              <a:gd name="T12" fmla="*/ 377 w 394"/>
              <a:gd name="T13" fmla="*/ 275 h 563"/>
              <a:gd name="T14" fmla="*/ 364 w 394"/>
              <a:gd name="T15" fmla="*/ 300 h 563"/>
              <a:gd name="T16" fmla="*/ 204 w 394"/>
              <a:gd name="T17" fmla="*/ 552 h 563"/>
              <a:gd name="T18" fmla="*/ 197 w 394"/>
              <a:gd name="T19" fmla="*/ 563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4" h="563">
                <a:moveTo>
                  <a:pt x="197" y="563"/>
                </a:moveTo>
                <a:cubicBezTo>
                  <a:pt x="31" y="302"/>
                  <a:pt x="31" y="302"/>
                  <a:pt x="31" y="302"/>
                </a:cubicBezTo>
                <a:cubicBezTo>
                  <a:pt x="25" y="293"/>
                  <a:pt x="21" y="284"/>
                  <a:pt x="17" y="275"/>
                </a:cubicBezTo>
                <a:cubicBezTo>
                  <a:pt x="6" y="250"/>
                  <a:pt x="0" y="224"/>
                  <a:pt x="0" y="197"/>
                </a:cubicBezTo>
                <a:cubicBezTo>
                  <a:pt x="0" y="89"/>
                  <a:pt x="89" y="0"/>
                  <a:pt x="197" y="0"/>
                </a:cubicBezTo>
                <a:cubicBezTo>
                  <a:pt x="305" y="0"/>
                  <a:pt x="394" y="89"/>
                  <a:pt x="394" y="197"/>
                </a:cubicBezTo>
                <a:cubicBezTo>
                  <a:pt x="394" y="224"/>
                  <a:pt x="388" y="250"/>
                  <a:pt x="377" y="275"/>
                </a:cubicBezTo>
                <a:cubicBezTo>
                  <a:pt x="374" y="283"/>
                  <a:pt x="369" y="292"/>
                  <a:pt x="364" y="300"/>
                </a:cubicBezTo>
                <a:cubicBezTo>
                  <a:pt x="362" y="303"/>
                  <a:pt x="210" y="542"/>
                  <a:pt x="204" y="552"/>
                </a:cubicBezTo>
                <a:lnTo>
                  <a:pt x="197" y="563"/>
                </a:lnTo>
                <a:close/>
              </a:path>
            </a:pathLst>
          </a:custGeom>
          <a:solidFill>
            <a:schemeClr val="accent3"/>
          </a:solidFill>
          <a:ln>
            <a:solidFill>
              <a:schemeClr val="accent3"/>
            </a:solidFill>
          </a:ln>
          <a:effectLst>
            <a:outerShdw blurRad="63500" sx="102000" sy="102000" algn="ctr" rotWithShape="0">
              <a:prstClr val="black">
                <a:alpha val="40000"/>
              </a:prstClr>
            </a:outerShdw>
          </a:effectLst>
        </p:spPr>
        <p:txBody>
          <a:bodyPr vert="horz" wrap="square" lIns="91419" tIns="45709" rIns="91419" bIns="45709" numCol="1" anchor="t" anchorCtr="0" compatLnSpc="1">
            <a:prstTxWarp prst="textNoShape">
              <a:avLst/>
            </a:prstTxWarp>
          </a:bodyPr>
          <a:lstStyle/>
          <a:p>
            <a:endParaRPr lang="en-US" dirty="0">
              <a:solidFill>
                <a:srgbClr val="FFFFFF"/>
              </a:solidFill>
              <a:latin typeface="+mn-lt"/>
              <a:cs typeface="Arial" panose="020B0604020202020204" pitchFamily="34" charset="0"/>
            </a:endParaRPr>
          </a:p>
        </p:txBody>
      </p:sp>
      <p:cxnSp>
        <p:nvCxnSpPr>
          <p:cNvPr id="67" name="Straight Connector 66">
            <a:extLst>
              <a:ext uri="{FF2B5EF4-FFF2-40B4-BE49-F238E27FC236}">
                <a16:creationId xmlns:a16="http://schemas.microsoft.com/office/drawing/2014/main" id="{0F89D768-3696-4C44-B287-46E8C7EC678E}"/>
              </a:ext>
            </a:extLst>
          </p:cNvPr>
          <p:cNvCxnSpPr>
            <a:cxnSpLocks/>
          </p:cNvCxnSpPr>
          <p:nvPr/>
        </p:nvCxnSpPr>
        <p:spPr>
          <a:xfrm>
            <a:off x="10895225" y="1793349"/>
            <a:ext cx="0" cy="1281242"/>
          </a:xfrm>
          <a:prstGeom prst="line">
            <a:avLst/>
          </a:prstGeom>
          <a:ln w="25400" cap="rnd">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C4DC3513-F259-48BC-B695-52967722F523}"/>
              </a:ext>
            </a:extLst>
          </p:cNvPr>
          <p:cNvSpPr/>
          <p:nvPr/>
        </p:nvSpPr>
        <p:spPr>
          <a:xfrm>
            <a:off x="2495197" y="4219523"/>
            <a:ext cx="1523647" cy="1061583"/>
          </a:xfrm>
          <a:prstGeom prst="rect">
            <a:avLst/>
          </a:prstGeom>
        </p:spPr>
        <p:txBody>
          <a:bodyPr wrap="square">
            <a:spAutoFit/>
          </a:bodyPr>
          <a:lstStyle/>
          <a:p>
            <a:pPr algn="ctr" defTabSz="914217" fontAlgn="base">
              <a:lnSpc>
                <a:spcPct val="80000"/>
              </a:lnSpc>
              <a:spcBef>
                <a:spcPct val="50000"/>
              </a:spcBef>
              <a:spcAft>
                <a:spcPct val="0"/>
              </a:spcAft>
              <a:buClr>
                <a:srgbClr val="F0AB00"/>
              </a:buClr>
              <a:buSzPct val="80000"/>
            </a:pPr>
            <a:r>
              <a:rPr lang="en-US" sz="1400" b="1" kern="0" dirty="0">
                <a:solidFill>
                  <a:schemeClr val="accent4"/>
                </a:solidFill>
                <a:cs typeface="Arial" panose="020B0604020202020204" pitchFamily="34" charset="0"/>
              </a:rPr>
              <a:t>Scope and Deploy Savings and Pipeline Tracker, or </a:t>
            </a:r>
          </a:p>
          <a:p>
            <a:pPr algn="ctr" defTabSz="914217" fontAlgn="base">
              <a:lnSpc>
                <a:spcPct val="80000"/>
              </a:lnSpc>
              <a:spcBef>
                <a:spcPct val="50000"/>
              </a:spcBef>
              <a:spcAft>
                <a:spcPct val="0"/>
              </a:spcAft>
              <a:buClr>
                <a:srgbClr val="F0AB00"/>
              </a:buClr>
              <a:buSzPct val="80000"/>
            </a:pPr>
            <a:r>
              <a:rPr lang="en-US" sz="1400" b="1" kern="0" dirty="0">
                <a:solidFill>
                  <a:schemeClr val="accent1"/>
                </a:solidFill>
                <a:cs typeface="Arial" panose="020B0604020202020204" pitchFamily="34" charset="0"/>
              </a:rPr>
              <a:t>Mid-Term</a:t>
            </a:r>
          </a:p>
        </p:txBody>
      </p:sp>
    </p:spTree>
    <p:extLst>
      <p:ext uri="{BB962C8B-B14F-4D97-AF65-F5344CB8AC3E}">
        <p14:creationId xmlns:p14="http://schemas.microsoft.com/office/powerpoint/2010/main" val="2492602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52C81-ABB6-EAD1-42C6-959B79FA60E6}"/>
              </a:ext>
            </a:extLst>
          </p:cNvPr>
          <p:cNvSpPr>
            <a:spLocks noGrp="1"/>
          </p:cNvSpPr>
          <p:nvPr>
            <p:ph type="title"/>
          </p:nvPr>
        </p:nvSpPr>
        <p:spPr/>
        <p:txBody>
          <a:bodyPr/>
          <a:lstStyle/>
          <a:p>
            <a:r>
              <a:rPr lang="en-US" dirty="0">
                <a:cs typeface="Arial"/>
              </a:rPr>
              <a:t>Additional Details based on activity..... [Multiple Slides]</a:t>
            </a:r>
            <a:endParaRPr lang="en-US" dirty="0"/>
          </a:p>
        </p:txBody>
      </p:sp>
    </p:spTree>
    <p:extLst>
      <p:ext uri="{BB962C8B-B14F-4D97-AF65-F5344CB8AC3E}">
        <p14:creationId xmlns:p14="http://schemas.microsoft.com/office/powerpoint/2010/main" val="2161138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descr="{&quot;templafy&quot;:{&quot;id&quot;:&quot;a0f5acd8-3ca0-4991-a0c8-2d8a731c339f&quot;}}">
            <a:extLst>
              <a:ext uri="{FF2B5EF4-FFF2-40B4-BE49-F238E27FC236}">
                <a16:creationId xmlns:a16="http://schemas.microsoft.com/office/drawing/2014/main" id="{E8CBF4DD-15EB-47C8-94C8-492FB092CB97}"/>
              </a:ext>
            </a:extLst>
          </p:cNvPr>
          <p:cNvSpPr txBox="1"/>
          <p:nvPr/>
        </p:nvSpPr>
        <p:spPr>
          <a:xfrm>
            <a:off x="503238" y="3574864"/>
            <a:ext cx="5402236" cy="223148"/>
          </a:xfrm>
          <a:prstGeom prst="rect">
            <a:avLst/>
          </a:prstGeom>
          <a:noFill/>
        </p:spPr>
        <p:txBody>
          <a:bodyPr wrap="square" lIns="0" tIns="0" rIns="0" bIns="0" rtlCol="0" anchor="b" anchorCtr="0">
            <a:noAutofit/>
          </a:bodyPr>
          <a:lstStyle/>
          <a:p>
            <a:pPr algn="l"/>
            <a:r>
              <a:rPr lang="en-US" sz="1400" dirty="0">
                <a:solidFill>
                  <a:schemeClr val="tx1"/>
                </a:solidFill>
                <a:latin typeface="+mn-lt"/>
              </a:rPr>
              <a:t>Email</a:t>
            </a:r>
          </a:p>
        </p:txBody>
      </p:sp>
      <p:sp>
        <p:nvSpPr>
          <p:cNvPr id="3" name="TextBox 2" descr="{&quot;templafy&quot;:{&quot;id&quot;:&quot;2509683f-d0fd-49f8-9238-873f84646227&quot;}}">
            <a:extLst>
              <a:ext uri="{FF2B5EF4-FFF2-40B4-BE49-F238E27FC236}">
                <a16:creationId xmlns:a16="http://schemas.microsoft.com/office/drawing/2014/main" id="{F02EFDEC-1C58-4504-92E1-D8E4DBCFE8FE}"/>
              </a:ext>
            </a:extLst>
          </p:cNvPr>
          <p:cNvSpPr txBox="1"/>
          <p:nvPr/>
        </p:nvSpPr>
        <p:spPr>
          <a:xfrm>
            <a:off x="503238" y="3351716"/>
            <a:ext cx="5402236" cy="223148"/>
          </a:xfrm>
          <a:prstGeom prst="rect">
            <a:avLst/>
          </a:prstGeom>
          <a:noFill/>
        </p:spPr>
        <p:txBody>
          <a:bodyPr wrap="square" lIns="0" tIns="0" rIns="0" bIns="0" rtlCol="0" anchor="b" anchorCtr="0">
            <a:noAutofit/>
          </a:bodyPr>
          <a:lstStyle/>
          <a:p>
            <a:pPr algn="l"/>
            <a:r>
              <a:rPr lang="en-US" sz="1400" dirty="0">
                <a:solidFill>
                  <a:schemeClr val="tx1"/>
                </a:solidFill>
                <a:latin typeface="+mn-lt"/>
              </a:rPr>
              <a:t>Speaker’s Name</a:t>
            </a:r>
          </a:p>
        </p:txBody>
      </p:sp>
      <p:sp>
        <p:nvSpPr>
          <p:cNvPr id="2" name="TextBox 1" descr="Acquired company logo placeholder">
            <a:extLst>
              <a:ext uri="{FF2B5EF4-FFF2-40B4-BE49-F238E27FC236}">
                <a16:creationId xmlns:a16="http://schemas.microsoft.com/office/drawing/2014/main" id="{8E0C940A-4E11-488C-B1B7-10F1A11687FC}"/>
              </a:ext>
            </a:extLst>
          </p:cNvPr>
          <p:cNvSpPr txBox="1"/>
          <p:nvPr/>
        </p:nvSpPr>
        <p:spPr>
          <a:xfrm>
            <a:off x="504000" y="585782"/>
            <a:ext cx="4116387" cy="2769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endParaRPr lang="en-US" sz="1800" kern="0" dirty="0">
              <a:ea typeface="Arial Unicode MS" pitchFamily="34" charset="-128"/>
              <a:cs typeface="Arial Unicode MS" pitchFamily="34" charset="-128"/>
            </a:endParaRPr>
          </a:p>
        </p:txBody>
      </p:sp>
    </p:spTree>
    <p:custDataLst>
      <p:custData r:id="rId1"/>
      <p:custData r:id="rId2"/>
    </p:custDataLst>
    <p:extLst>
      <p:ext uri="{BB962C8B-B14F-4D97-AF65-F5344CB8AC3E}">
        <p14:creationId xmlns:p14="http://schemas.microsoft.com/office/powerpoint/2010/main" val="6402099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TOCShowsSubsections Dividers SectionNumber SlideNumber"/>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1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1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1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1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10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10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10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11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11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11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11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11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1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1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11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11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1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12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12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12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12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12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ags/tag12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12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12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12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1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1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1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1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1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1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1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1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1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1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1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1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1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1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1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1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1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1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1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1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1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1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1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1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1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1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1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1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1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1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1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1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1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1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1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1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1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1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1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1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1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1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1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1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1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1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1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1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1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1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1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1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1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1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1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1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1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1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1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1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1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1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2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2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2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2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2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2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2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20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20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20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2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2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2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2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2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2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2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2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2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2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2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2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2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2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2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2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2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2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2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2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23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23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23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23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23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23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23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23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23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23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24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24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24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24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24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24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24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24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ags/tag24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24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25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25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2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2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2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2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2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2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2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2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2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2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2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2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2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2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2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2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2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2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2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2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2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2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2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2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2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2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2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2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2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2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2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2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2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2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2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2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2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2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2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3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3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3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3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3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3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3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30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30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30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3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3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3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3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3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3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3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3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3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3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3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3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3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3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3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3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3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3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3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3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3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3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3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3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3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3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3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3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3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3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3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3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3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3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3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3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3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3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3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3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3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3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3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35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35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35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35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35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35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35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36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36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36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36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36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36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36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36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36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36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37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heme/theme1.xml><?xml version="1.0" encoding="utf-8"?>
<a:theme xmlns:a="http://schemas.openxmlformats.org/drawingml/2006/main" name="SAP 2023 16x9 white">
  <a:themeElements>
    <a:clrScheme name="SAP_colors_2018">
      <a:dk1>
        <a:srgbClr val="000000"/>
      </a:dk1>
      <a:lt1>
        <a:srgbClr val="FFFFFF"/>
      </a:lt1>
      <a:dk2>
        <a:srgbClr val="999999"/>
      </a:dk2>
      <a:lt2>
        <a:srgbClr val="CCCCCC"/>
      </a:lt2>
      <a:accent1>
        <a:srgbClr val="F0AB00"/>
      </a:accent1>
      <a:accent2>
        <a:srgbClr val="666666"/>
      </a:accent2>
      <a:accent3>
        <a:srgbClr val="008FD3"/>
      </a:accent3>
      <a:accent4>
        <a:srgbClr val="4FB81C"/>
      </a:accent4>
      <a:accent5>
        <a:srgbClr val="E35500"/>
      </a:accent5>
      <a:accent6>
        <a:srgbClr val="760A85"/>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Ariba_white" id="{728675A4-8A09-E64A-AA32-0A9B54FCF30F}" vid="{D662F3E3-08C1-D44D-ACAA-8E251242CBAD}"/>
    </a:ext>
  </a:extLst>
</a:theme>
</file>

<file path=ppt/theme/theme2.xml><?xml version="1.0" encoding="utf-8"?>
<a:theme xmlns:a="http://schemas.openxmlformats.org/drawingml/2006/main" name="1_SAP 2023 16x9 black">
  <a:themeElements>
    <a:clrScheme name="SAP_colors_2018">
      <a:dk1>
        <a:srgbClr val="000000"/>
      </a:dk1>
      <a:lt1>
        <a:srgbClr val="FFFFFF"/>
      </a:lt1>
      <a:dk2>
        <a:srgbClr val="999999"/>
      </a:dk2>
      <a:lt2>
        <a:srgbClr val="CCCCCC"/>
      </a:lt2>
      <a:accent1>
        <a:srgbClr val="F0AB00"/>
      </a:accent1>
      <a:accent2>
        <a:srgbClr val="666666"/>
      </a:accent2>
      <a:accent3>
        <a:srgbClr val="008FD3"/>
      </a:accent3>
      <a:accent4>
        <a:srgbClr val="4FB81C"/>
      </a:accent4>
      <a:accent5>
        <a:srgbClr val="E35500"/>
      </a:accent5>
      <a:accent6>
        <a:srgbClr val="760A85"/>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Ariba_white" id="{728675A4-8A09-E64A-AA32-0A9B54FCF30F}" vid="{C20CDA62-6886-E748-8CEC-B031A09F9660}"/>
    </a:ext>
  </a:extLst>
</a:theme>
</file>

<file path=ppt/theme/theme3.xml><?xml version="1.0" encoding="utf-8"?>
<a:theme xmlns:a="http://schemas.openxmlformats.org/drawingml/2006/main" name="SAP 2023 16x9 blue">
  <a:themeElements>
    <a:clrScheme name="SAP_Colors2018 - blue">
      <a:dk1>
        <a:srgbClr val="00195A"/>
      </a:dk1>
      <a:lt1>
        <a:srgbClr val="FFFFFF"/>
      </a:lt1>
      <a:dk2>
        <a:srgbClr val="CCCCCC"/>
      </a:dk2>
      <a:lt2>
        <a:srgbClr val="999999"/>
      </a:lt2>
      <a:accent1>
        <a:srgbClr val="F0AB00"/>
      </a:accent1>
      <a:accent2>
        <a:srgbClr val="666666"/>
      </a:accent2>
      <a:accent3>
        <a:srgbClr val="0076CB"/>
      </a:accent3>
      <a:accent4>
        <a:srgbClr val="4FB81C"/>
      </a:accent4>
      <a:accent5>
        <a:srgbClr val="E35500"/>
      </a:accent5>
      <a:accent6>
        <a:srgbClr val="760A85"/>
      </a:accent6>
      <a:hlink>
        <a:srgbClr val="0076CB"/>
      </a:hlink>
      <a:folHlink>
        <a:srgbClr val="0076CB"/>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rot="0" spcFirstLastPara="0" vertOverflow="overflow" horzOverflow="overflow" vert="horz" wrap="square" lIns="90000" tIns="72000" rIns="90000" bIns="72000" numCol="1" spcCol="0" rtlCol="0" fromWordArt="0" anchor="ctr" anchorCtr="0" forceAA="0" compatLnSpc="1">
        <a:prstTxWarp prst="textNoShape">
          <a:avLst/>
        </a:prstTxWarp>
        <a:noAutofit/>
      </a:bodyP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Ariba_white" id="{728675A4-8A09-E64A-AA32-0A9B54FCF30F}" vid="{54DFFA78-E119-BD4D-969A-B5FFE01B51EC}"/>
    </a:ext>
  </a:extLst>
</a:theme>
</file>

<file path=ppt/theme/theme4.xml><?xml version="1.0" encoding="utf-8"?>
<a:theme xmlns:a="http://schemas.openxmlformats.org/drawingml/2006/main" name="1_SAP 2018 16x9 black and white">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8_16x9_black_and_white.potx" id="{38751156-5926-4A0A-8F88-3E647DFDFCA8}" vid="{27E41DAD-EC76-4537-813F-719CDC7E9FCD}"/>
    </a:ext>
  </a:extLst>
</a:theme>
</file>

<file path=ppt/theme/theme5.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p:properties xmlns:p="http://schemas.microsoft.com/office/2006/metadata/properties" xmlns:xsi="http://www.w3.org/2001/XMLSchema-instance" xmlns:pc="http://schemas.microsoft.com/office/infopath/2007/PartnerControls">
  <documentManagement>
    <SessionDescription xmlns="e71f82d3-34f8-4e6f-9355-504937184036" xsi:nil="true"/>
    <SubSolution xmlns="e71f82d3-34f8-4e6f-9355-504937184036" xsi:nil="true"/>
    <ServiceType xmlns="e71f82d3-34f8-4e6f-9355-504937184036" xsi:nil="true"/>
  </documentManagement>
</p:properties>
</file>

<file path=customXml/item2.xml><?xml version="1.0" encoding="utf-8"?>
<TemplafyTemplateConfiguration><![CDATA[{"elementsMetadata":[{"elementConfiguration":{"binding":"{{DataSources.Classification[Form.Classification.Name].Display}}","disableUpdates":false,"type":"text"},"type":"shape","id":"fb022f7b-1639-4c19-a768-cb5313be7c43"},{"elementConfiguration":{"binding":"{{ DataSources.Classification[Form.Classification.Name].Display}}","disableUpdates":false,"type":"text"},"type":"shape","id":"f7048239-0bbb-46f9-9673-66b58a75803e"},{"elementConfiguration":{"binding":"{{ DataSources.Classification[Form.Classification.Name].Display}}","disableUpdates":false,"type":"text"},"type":"shape","id":"03180a5e-f1fd-495a-aa42-6d98940f0625"},{"elementConfiguration":{"image":"{{Form.SAPLogo.LogoBlack}}","disableUpdates":false,"type":"image"},"type":"shape","id":"a4bc5d1e-6498-48af-abc5-68a161dc154a"},{"elementConfiguration":{"image":"{{Form.SAPLogo.SubbrandBlack}}","visibility":"{{IfElse(Equals(Form.SAPLogo.HideSubBrandShape, \"Yes\"), VisibilityType.Hidden, VisibilityType.Visible)}}","disableUpdates":false,"type":"image"},"type":"shape","id":"ac5908a3-afcd-4bf9-98bc-46840e4b3adc"},{"elementConfiguration":{"binding":"{{DataSources.Classification[Form.Classification.Name].Display}}","disableUpdates":false,"type":"text"},"type":"shape","id":"b4fab182-35c8-4226-a97d-e1a7d459ef9c"},{"elementConfiguration":{"binding":"{{FormatDateTime(Form.Date,\"MMMM dd, yyyy\",\"en-US\")}}","disableUpdates":false,"type":"text"},"type":"shape","id":"35515a9d-e27d-45ef-8364-854615fdf7f2"},{"elementConfiguration":{"binding":"{{StringJoin(\", \", Form.SpeakerName,\"SAP\")}}","disableUpdates":false,"type":"text"},"type":"shape","id":"c98f0aec-eb40-4bd2-9fb8-01dbed947ee9"},{"elementConfiguration":{"image":"{{Form.SAPLogo.LogoBlack}}","disableUpdates":false,"type":"image"},"type":"shape","id":"319528bb-147b-4850-bf9e-af9563b221cd"},{"elementConfiguration":{"binding":"{{DataSources.Classification[Form.Classification.Name].Display}}","disableUpdates":false,"type":"text"},"type":"shape","id":"e4d4103e-2c8a-4c02-9be2-7c3c42722b9e"},{"elementConfiguration":{"image":"{{Form.SAPLogo.SubbrandBlack}}","visibility":"{{IfElse(Equals(Form.SAPLogo.HideSubBrandShape, \"Yes\"), VisibilityType.Hidden, VisibilityType.Visible)}}","disableUpdates":false,"type":"image"},"type":"shape","id":"8b02fc12-16b8-4b4f-bfca-218cd9fb7803"},{"elementConfiguration":{"binding":"{{DataSources.Classification[Form.Classification.Name].Display}}","disableUpdates":false,"type":"text"},"type":"shape","id":"92ba9a4f-8a25-4ab6-9f5a-4f3f9d96b572"},{"elementConfiguration":{"binding":"{{FormatDateTime(Form.Date,\"MMMM dd, yyyy\",\"en-US\")}}","disableUpdates":false,"type":"text"},"type":"shape","id":"6ee1a0c2-1b7b-4df4-b33e-7a5e99b14e50"},{"elementConfiguration":{"binding":"{{StringJoin(\", \", Form.SpeakerName,\"SAP\")}}","disableUpdates":false,"type":"text"},"type":"shape","id":"86a64b3d-bee0-48c4-9dd9-9ad25729dcfd"},{"elementConfiguration":{"image":"{{Form.SAPLogo.SubbrandBlack}}","visibility":"{{IfElse(Equals(Form.SAPLogo.HideSubBrandShape, \"Yes\"), VisibilityType.Hidden, VisibilityType.Visible)}}","disableUpdates":false,"type":"image"},"type":"shape","id":"66974740-2f0c-40a1-9604-bfc17705c2aa"},{"elementConfiguration":{"binding":"{{Form.SpeakerName}}","disableUpdates":false,"type":"text"},"type":"shape","id":"d5447654-4479-472e-9685-05d98a9e7d44"},{"elementConfiguration":{"binding":"{{Form.Email}}","disableUpdates":false,"type":"text"},"type":"shape","id":"1a699a84-60f6-4b88-b299-a30e5f0e2c22"},{"elementConfiguration":{"image":"{{Form.SAPLogo.LogoBlack}}","disableUpdates":false,"type":"image"},"type":"shape","id":"2d7c5da3-8e14-489e-af79-2a69c140a1d9"},{"elementConfiguration":{"image":"{{Form.SAPLogo.LogoWhite}}","disableUpdates":false,"type":"image"},"type":"shape","id":"dc0f76f3-a93c-4bfd-836d-823ed3c53417"},{"elementConfiguration":{"binding":"{{DataSources.Classification[Form.Classification.Name].Display}}","disableUpdates":false,"type":"text"},"type":"shape","id":"95929b68-6b1c-40a6-b19a-2de11eccf633"},{"elementConfiguration":{"image":"{{Form.SAPLogo.SubbrandWhite}}","visibility":"{{IfElse(Equals(Form.SAPLogo.HideSubBrandShape, \"Yes\"), VisibilityType.Hidden, VisibilityType.Visible)}}","disableUpdates":false,"type":"image"},"type":"shape","id":"2f88b3ae-cdea-4f66-b8ed-3d4fe3334d39"},{"elementConfiguration":{"image":"{{Form.SAPLogo.LogoWhite}}","disableUpdates":false,"type":"image"},"type":"shape","id":"f59ff3cc-364f-4330-acdf-18be3a2960de"},{"elementConfiguration":{"image":"{{Form.SAPLogo.SubbrandWhite}}","visibility":"{{IfElse(Equals(Form.SAPLogo.HideSubBrandShape, \"Yes\"), VisibilityType.Hidden, VisibilityType.Visible)}}","disableUpdates":false,"type":"image"},"type":"shape","id":"c747e17a-1d0c-4598-b654-2c8a7de79205"},{"elementConfiguration":{"binding":"{{DataSources.Classification[Form.Classification.Name].Display}}","disableUpdates":false,"type":"text"},"type":"shape","id":"833ce86a-8171-44a7-adb9-bd3aab1abbb3"},{"elementConfiguration":{"image":"{{Form.SAPLogo.SubbrandWhite}}","visibility":"{{IfElse(Equals(Form.SAPLogo.HideSubBrandShape, \"Yes\"), VisibilityType.Hidden, VisibilityType.Visible)}}","disableUpdates":false,"type":"image"},"type":"shape","id":"63117e00-afbc-4c35-98f2-23368306281c"},{"elementConfiguration":{"image":"{{Form.SAPLogo.LogoWhite}}","disableUpdates":false,"type":"image"},"type":"shape","id":"047c6fc0-9718-4541-8d9b-414d394cb365"},{"elementConfiguration":{"binding":"{{FormatDateTime(Form.Date,\"MMMM dd, yyyy\",\"en-US\")}}","disableUpdates":false,"type":"text"},"type":"shape","id":"2d33f994-db90-441f-8ef2-7d7420885aba"},{"elementConfiguration":{"binding":"{{StringJoin(\", \", Form.SpeakerName,\"SAP\")}}","disableUpdates":false,"type":"text"},"type":"shape","id":"fd4fb9bf-9f65-4994-a32a-63012b1f5a89"},{"elementConfiguration":{"binding":"{{Form.Email}}","disableUpdates":false,"type":"text"},"type":"shape","id":"a0f5acd8-3ca0-4991-a0c8-2d8a731c339f"},{"elementConfiguration":{"binding":"{{Form.SpeakerName}}","disableUpdates":false,"type":"text"},"type":"shape","id":"2509683f-d0fd-49f8-9238-873f84646227"},{"elementConfiguration":{"binding":"{{FormatDateTime(Form.Date,\"MMMM dd, yyyy\",\"en-US\")}}","disableUpdates":false,"type":"text"},"type":"shape","id":"faa66775-9f36-494d-b0d6-957f914e8bea"},{"elementConfiguration":{"binding":"{{StringJoin(\", \", Form.SpeakerName,\"SAP\")}}","disableUpdates":false,"type":"text"},"type":"shape","id":"6822ecca-1276-4638-9131-e95bd1279285"}],"transformationConfigurations":[],"templateName":"White Template","templateDescription":"","enableDocumentContentUpdater":true,"version":"2.0"}]]></TemplafyTemplateConfiguration>
</file>

<file path=customXml/item3.xml><?xml version="1.0" encoding="utf-8"?>
<TemplafyFormConfiguration><![CDATA[{"formFields":[{"distinct":false,"hideIfNoUserInteractionRequired":false,"required":true,"autoSelectFirstOption":false,"shareValue":false,"type":"dropDown","dataSourceName":"PPTSubBrandLogos","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shareValue":false,"type":"textBox","name":"SpeakerName","label":"Speaker Name"},{"required":false,"placeholder":"","lines":1,"defaultValue":"{{UserProfile.Email}}","shareValue":false,"type":"textBox","name":"Email","label":"Email"}],"formDataEntries":[{"name":"SAPLogo","value":"uVVWrH+pLFkTa6k63TdmFApicJCEw9CFHSk0bJyymUQ="},{"name":"Classification","value":"OmrOP8d402txjl1Zr787gUA6bTWeMdaxGEF9U5BKD64="},{"name":"SpeakerName","value":"ejZM4skoQQ9ZgA0J9KcfCJGzPpiF5qpCqHS+p0FwfEM="},{"name":"Email","value":"nv1jqfep7OajSltGzZFgYYaGYskS3JHQwFVa1zh48Og="}]}]]></TemplafyFormConfiguration>
</file>

<file path=customXml/item4.xml><?xml version="1.0" encoding="utf-8"?>
<ct:contentTypeSchema xmlns:ct="http://schemas.microsoft.com/office/2006/metadata/contentType" xmlns:ma="http://schemas.microsoft.com/office/2006/metadata/properties/metaAttributes" ct:_="" ma:_="" ma:contentTypeName="Document" ma:contentTypeID="0x0101003C68459336FA494A8C3028C90F2022D9" ma:contentTypeVersion="7" ma:contentTypeDescription="Create a new document." ma:contentTypeScope="" ma:versionID="9ea376e36579d803c7875fae3f02b0de">
  <xsd:schema xmlns:xsd="http://www.w3.org/2001/XMLSchema" xmlns:xs="http://www.w3.org/2001/XMLSchema" xmlns:p="http://schemas.microsoft.com/office/2006/metadata/properties" xmlns:ns2="e71f82d3-34f8-4e6f-9355-504937184036" targetNamespace="http://schemas.microsoft.com/office/2006/metadata/properties" ma:root="true" ma:fieldsID="9828346c8f4e22fb9fabdab9704cb5eb" ns2:_="">
    <xsd:import namespace="e71f82d3-34f8-4e6f-9355-504937184036"/>
    <xsd:element name="properties">
      <xsd:complexType>
        <xsd:sequence>
          <xsd:element name="documentManagement">
            <xsd:complexType>
              <xsd:all>
                <xsd:element ref="ns2:SessionDescription" minOccurs="0"/>
                <xsd:element ref="ns2:SubSolution" minOccurs="0"/>
                <xsd:element ref="ns2:ServiceType" minOccurs="0"/>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1f82d3-34f8-4e6f-9355-504937184036" elementFormDefault="qualified">
    <xsd:import namespace="http://schemas.microsoft.com/office/2006/documentManagement/types"/>
    <xsd:import namespace="http://schemas.microsoft.com/office/infopath/2007/PartnerControls"/>
    <xsd:element name="SessionDescription" ma:index="8" nillable="true" ma:displayName="SessionDescription" ma:format="Dropdown" ma:internalName="SessionDescription">
      <xsd:simpleType>
        <xsd:restriction base="dms:Text">
          <xsd:maxLength value="255"/>
        </xsd:restriction>
      </xsd:simpleType>
    </xsd:element>
    <xsd:element name="SubSolution" ma:index="9" nillable="true" ma:displayName="Sub Solution" ma:format="Dropdown" ma:internalName="SubSolution">
      <xsd:simpleType>
        <xsd:restriction base="dms:Choice">
          <xsd:enumeration value="Ariba"/>
          <xsd:enumeration value="Fieldglass"/>
        </xsd:restriction>
      </xsd:simpleType>
    </xsd:element>
    <xsd:element name="ServiceType" ma:index="10" nillable="true" ma:displayName="Service Type" ma:format="Dropdown" ma:internalName="ServiceType">
      <xsd:simpleType>
        <xsd:restriction base="dms:Choice">
          <xsd:enumeration value="Advisory"/>
          <xsd:enumeration value="Cloud Mindset"/>
          <xsd:enumeration value="Key Feature Advisory"/>
          <xsd:enumeration value="Solution Launch Check"/>
          <xsd:enumeration value="Success Check"/>
          <xsd:enumeration value="Application Review"/>
          <xsd:enumeration value="New Feature Activation"/>
          <xsd:enumeration value="Proactive Monitoring"/>
          <xsd:enumeration value="Solution Review"/>
          <xsd:enumeration value="Test Automation"/>
          <xsd:enumeration value="Automations"/>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FormTemplates xmlns="http://schemas.microsoft.com/sharepoint/v3/contenttype/forms">
  <Display>DocumentLibraryForm</Display>
  <Edit>DocumentLibraryForm</Edit>
  <New>DocumentLibraryForm</New>
</FormTemplates>
</file>

<file path=customXml/item6.xml><?xml version="1.0" encoding="utf-8"?>
<TemplafySlideTemplateConfiguration><![CDATA[{"slideVersion":1,"isValidatorEnabled":false,"isLocked":false,"elementsMetadata":[{"elementConfiguration":{"binding":"{{FormatDateTime(Form.Date,\"MMMM dd, yyyy\",\"en-US\")}}","disableUpdates":false,"type":"text"},"type":"shape"},{"elementConfiguration":{"binding":"{{StringJoin(\", \", Form.SpeakerName,\"SAP\")}}","disableUpdates":false,"type":"text"},"type":"shape"},{"elementConfiguration":{"image":"{{Form.SAPLogo.LogoWhite}}","disableUpdates":false,"type":"image"},"type":"shape"},{"elementConfiguration":{"binding":"{{DataSources.Classification[Form.Classification.Name].Display}}","disableUpdates":false,"type":"text"},"type":"shape"},{"elementConfiguration":{"image":"{{Form.SAPLogo.SubbrandWhite}}","visibility":"{{IfElse(Equals(Form.SAPLogo.HideSubBrandShape, \"Yes\"), VisibilityType.Hidden, VisibilityType.Visible)}}","disableUpdates":false,"type":"image"},"type":"shape"}],"slideId":"638061059778623837","enableDocumentContentUpdater":false,"version":"2.0"}]]></TemplafySlideTemplateConfiguration>
</file>

<file path=customXml/item7.xml><?xml version="1.0" encoding="utf-8"?>
<TemplafySlideFormConfiguration><![CDATA[{"formFields":[{"distinct":false,"hideIfNoUserInteractionRequired":false,"required":true,"autoSelectFirstOption":false,"shareValue":false,"type":"dropDown","dataSourceName":"PPTSubBrandLogos","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shareValue":false,"type":"textBox","name":"SpeakerName","label":"Speaker Name"}],"formDataEntries":[]}]]></TemplafySlideFormConfiguration>
</file>

<file path=customXml/item8.xml><?xml version="1.0" encoding="utf-8"?>
<TemplafySlideTemplateConfiguration><![CDATA[{"slideVersion":1,"isValidatorEnabled":false,"isLocked":false,"elementsMetadata":[],"slideId":"638061059778658467","enableDocumentContentUpdater":false,"version":"2.0"}]]></TemplafySlideTemplateConfiguration>
</file>

<file path=customXml/item9.xml><?xml version="1.0" encoding="utf-8"?>
<TemplafySlideFormConfiguration><![CDATA[{"formFields":[],"formDataEntries":[]}]]></TemplafySlideFormConfiguration>
</file>

<file path=customXml/item10.xml><?xml version="1.0" encoding="utf-8"?>
<TemplafySlideFormConfiguration><![CDATA[{"formFields":[{"distinct":false,"hideIfNoUserInteractionRequired":false,"required":true,"autoSelectFirstOption":false,"shareValue":false,"type":"dropDown","dataSourceName":"PPTSubBrandLogos","dataSourceFieldName":"Name","name":"SAPLogo","label":"Select Template"},{"required":false,"placeholder":"","lines":1,"defaultValue":"{{StringJoin(\" \", UserProfile.FirstName,UserProfile.LastName)}}","shareValue":false,"type":"textBox","name":"SpeakerName","label":"Speaker Name"},{"required":false,"placeholder":"","lines":1,"defaultValue":"{{UserProfile.Email}}","shareValue":false,"type":"textBox","name":"Email","label":"Email"}],"formDataEntries":[]}]]></TemplafySlideFormConfiguration>
</file>

<file path=customXml/item11.xml><?xml version="1.0" encoding="utf-8"?>
<TemplafySlideTemplateConfiguration><![CDATA[{"slideVersion":1,"isValidatorEnabled":false,"isLocked":false,"elementsMetadata":[{"elementConfiguration":{"binding":"{{Form.Email}}","disableUpdates":false,"type":"text"},"type":"shape"},{"elementConfiguration":{"binding":"{{Form.SpeakerName}}","disableUpdates":false,"type":"text"},"type":"shape"},{"elementConfiguration":{"image":"{{Form.SAPLogo.SubbrandWhite}}","visibility":"{{IfElse(Equals(Form.SAPLogo.HideSubBrandShape, \"Yes\"), VisibilityType.Hidden, VisibilityType.Visible)}}","disableUpdates":false,"type":"image"},"type":"shape"},{"elementConfiguration":{"image":"{{Form.SAPLogo.LogoWhite}}","disableUpdates":false,"type":"image"},"type":"shape"}],"slideId":"638061059778677709","enableDocumentContentUpdater":false,"version":"2.0"}]]></TemplafySlideTemplateConfiguration>
</file>

<file path=customXml/itemProps1.xml><?xml version="1.0" encoding="utf-8"?>
<ds:datastoreItem xmlns:ds="http://schemas.openxmlformats.org/officeDocument/2006/customXml" ds:itemID="{C1422F45-04DB-421D-8796-270006657806}">
  <ds:schemaRefs>
    <ds:schemaRef ds:uri="http://schemas.microsoft.com/office/2006/documentManagement/types"/>
    <ds:schemaRef ds:uri="http://purl.org/dc/dcmitype/"/>
    <ds:schemaRef ds:uri="http://purl.org/dc/terms/"/>
    <ds:schemaRef ds:uri="014a454d-8a43-40c0-8c8e-39bd898aa473"/>
    <ds:schemaRef ds:uri="http://schemas.microsoft.com/office/infopath/2007/PartnerControls"/>
    <ds:schemaRef ds:uri="http://purl.org/dc/elements/1.1/"/>
    <ds:schemaRef ds:uri="http://schemas.openxmlformats.org/package/2006/metadata/core-properties"/>
    <ds:schemaRef ds:uri="5fb152a5-0186-4586-9589-f676946ad507"/>
    <ds:schemaRef ds:uri="http://schemas.microsoft.com/office/2006/metadata/properties"/>
    <ds:schemaRef ds:uri="http://www.w3.org/XML/1998/namespace"/>
    <ds:schemaRef ds:uri="e71f82d3-34f8-4e6f-9355-504937184036"/>
  </ds:schemaRefs>
</ds:datastoreItem>
</file>

<file path=customXml/itemProps2.xml><?xml version="1.0" encoding="utf-8"?>
<ds:datastoreItem xmlns:ds="http://schemas.openxmlformats.org/officeDocument/2006/customXml" ds:itemID="{626BBCBB-1894-4E66-BA48-9E91CE3ACBA0}">
  <ds:schemaRefs/>
</ds:datastoreItem>
</file>

<file path=customXml/itemProps3.xml><?xml version="1.0" encoding="utf-8"?>
<ds:datastoreItem xmlns:ds="http://schemas.openxmlformats.org/officeDocument/2006/customXml" ds:itemID="{CC49FFC8-2FF3-4057-96F0-3BCD1A4F0351}">
  <ds:schemaRefs/>
</ds:datastoreItem>
</file>

<file path=customXml/itemProps4.xml><?xml version="1.0" encoding="utf-8"?>
<ds:datastoreItem xmlns:ds="http://schemas.openxmlformats.org/officeDocument/2006/customXml" ds:itemID="{ACFCA6FB-9B04-4966-BCF1-FD20782A87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1f82d3-34f8-4e6f-9355-5049371840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291DCB28-1C52-4C0E-804A-6BD2D3F0FB8D}">
  <ds:schemaRefs>
    <ds:schemaRef ds:uri="http://schemas.microsoft.com/sharepoint/v3/contenttype/forms"/>
  </ds:schemaRefs>
</ds:datastoreItem>
</file>

<file path=customXml/itemProps6.xml><?xml version="1.0" encoding="utf-8"?>
<ds:datastoreItem xmlns:ds="http://schemas.openxmlformats.org/officeDocument/2006/customXml" ds:itemID="{1C6E3DDA-870B-48DF-B5B7-70E5CB069F40}">
  <ds:schemaRefs/>
</ds:datastoreItem>
</file>

<file path=customXml/itemProps7.xml><?xml version="1.0" encoding="utf-8"?>
<ds:datastoreItem xmlns:ds="http://schemas.openxmlformats.org/officeDocument/2006/customXml" ds:itemID="{B4FA01E5-A27D-483B-86ED-7ADF53BD90EB}">
  <ds:schemaRefs/>
</ds:datastoreItem>
</file>

<file path=customXml/itemProps8.xml><?xml version="1.0" encoding="utf-8"?>
<ds:datastoreItem xmlns:ds="http://schemas.openxmlformats.org/officeDocument/2006/customXml" ds:itemID="{97E3BD22-8559-41C7-B32B-85AADBCE3220}">
  <ds:schemaRefs/>
</ds:datastoreItem>
</file>

<file path=customXml/itemProps9.xml><?xml version="1.0" encoding="utf-8"?>
<ds:datastoreItem xmlns:ds="http://schemas.openxmlformats.org/officeDocument/2006/customXml" ds:itemID="{7F6898E6-9ADD-4538-B0E5-FC21C8DB6903}">
  <ds:schemaRefs/>
</ds:datastoreItem>
</file>

<file path=customXml/itemProps10.xml><?xml version="1.0" encoding="utf-8"?>
<ds:datastoreItem xmlns:ds="http://schemas.openxmlformats.org/officeDocument/2006/customXml" ds:itemID="{10A6F4D9-E835-43D5-8E7C-6E2A09B1A547}">
  <ds:schemaRefs/>
</ds:datastoreItem>
</file>

<file path=customXml/itemProps11.xml><?xml version="1.0" encoding="utf-8"?>
<ds:datastoreItem xmlns:ds="http://schemas.openxmlformats.org/officeDocument/2006/customXml" ds:itemID="{382C1131-6B8B-4A16-9A07-4A3F53982264}">
  <ds:schemaRefs/>
</ds:datastoreItem>
</file>

<file path=docMetadata/LabelInfo.xml><?xml version="1.0" encoding="utf-8"?>
<clbl:labelList xmlns:clbl="http://schemas.microsoft.com/office/2020/mipLabelMetadata">
  <clbl:label id="{42f7676c-f455-423c-82f6-dc2d99791af7}" enabled="0" method="" siteId="{42f7676c-f455-423c-82f6-dc2d99791af7}" removed="1"/>
</clbl:labelList>
</file>

<file path=docProps/app.xml><?xml version="1.0" encoding="utf-8"?>
<Properties xmlns="http://schemas.openxmlformats.org/officeDocument/2006/extended-properties" xmlns:vt="http://schemas.openxmlformats.org/officeDocument/2006/docPropsVTypes">
  <Template>SAP 2023 16x9 white</Template>
  <TotalTime>8</TotalTime>
  <Words>2135</Words>
  <Application>Microsoft Office PowerPoint</Application>
  <PresentationFormat>Custom</PresentationFormat>
  <Paragraphs>270</Paragraphs>
  <Slides>13</Slides>
  <Notes>11</Notes>
  <HiddenSlides>0</HiddenSlides>
  <MMClips>0</MMClips>
  <ScaleCrop>false</ScaleCrop>
  <HeadingPairs>
    <vt:vector size="4" baseType="variant">
      <vt:variant>
        <vt:lpstr>Theme</vt:lpstr>
      </vt:variant>
      <vt:variant>
        <vt:i4>4</vt:i4>
      </vt:variant>
      <vt:variant>
        <vt:lpstr>Slide Titles</vt:lpstr>
      </vt:variant>
      <vt:variant>
        <vt:i4>13</vt:i4>
      </vt:variant>
    </vt:vector>
  </HeadingPairs>
  <TitlesOfParts>
    <vt:vector size="17" baseType="lpstr">
      <vt:lpstr>SAP 2023 16x9 white</vt:lpstr>
      <vt:lpstr>1_SAP 2023 16x9 black</vt:lpstr>
      <vt:lpstr>SAP 2023 16x9 blue</vt:lpstr>
      <vt:lpstr>1_SAP 2018 16x9 black and white</vt:lpstr>
      <vt:lpstr>&lt;Customer Name&gt; - Value Opportunity Readout</vt:lpstr>
      <vt:lpstr>Agenda</vt:lpstr>
      <vt:lpstr>Typical Business Outcomes for the Spend Management Suite SAP Ariba Value Levers </vt:lpstr>
      <vt:lpstr>Value Drivers</vt:lpstr>
      <vt:lpstr>Value Opportunity Activities to Date</vt:lpstr>
      <vt:lpstr>Top 5 Recommendations</vt:lpstr>
      <vt:lpstr>Summary Findings – Short Term (0-3 Months)</vt:lpstr>
      <vt:lpstr>Summary Findings – Mid-Term (3-6 Months)</vt:lpstr>
      <vt:lpstr>Summary Findings – Long Term (6+ Months)</vt:lpstr>
      <vt:lpstr>Executive Summary: Defining Our Recommendations Impact, Priority, Effort, Timeline</vt:lpstr>
      <vt:lpstr>Sequence of Recommendations</vt:lpstr>
      <vt:lpstr>Additional Details based on activity..... [Multiple Slides]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&lt;Customer Name&gt; - Semi Annual Application Review</dc:title>
  <dc:subject/>
  <dc:creator>Agarwal, Anuj</dc:creator>
  <cp:keywords>2023/16:9/white</cp:keywords>
  <dc:description/>
  <cp:lastModifiedBy>Norgord, Cherish</cp:lastModifiedBy>
  <cp:revision>44</cp:revision>
  <dcterms:created xsi:type="dcterms:W3CDTF">2023-07-23T15:54:05Z</dcterms:created>
  <dcterms:modified xsi:type="dcterms:W3CDTF">2025-10-16T07:03:42Z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y fmtid="{D5CDD505-2E9C-101B-9397-08002B2CF9AE}" pid="8" name="ContentTypeId">
    <vt:lpwstr>0x0101003C68459336FA494A8C3028C90F2022D9</vt:lpwstr>
  </property>
  <property fmtid="{D5CDD505-2E9C-101B-9397-08002B2CF9AE}" pid="9" name="TemplafyTimeStamp">
    <vt:lpwstr>2023-02-06T13:52:33</vt:lpwstr>
  </property>
  <property fmtid="{D5CDD505-2E9C-101B-9397-08002B2CF9AE}" pid="10" name="TemplafyTenantId">
    <vt:lpwstr>sap</vt:lpwstr>
  </property>
  <property fmtid="{D5CDD505-2E9C-101B-9397-08002B2CF9AE}" pid="11" name="TemplafyTemplateId">
    <vt:lpwstr>638061059767388529</vt:lpwstr>
  </property>
  <property fmtid="{D5CDD505-2E9C-101B-9397-08002B2CF9AE}" pid="12" name="TemplafyUserProfileId">
    <vt:lpwstr>637653955260011855</vt:lpwstr>
  </property>
  <property fmtid="{D5CDD505-2E9C-101B-9397-08002B2CF9AE}" pid="13" name="TemplafyLanguageCode">
    <vt:lpwstr>en-US</vt:lpwstr>
  </property>
  <property fmtid="{D5CDD505-2E9C-101B-9397-08002B2CF9AE}" pid="14" name="TemplafyFromBlank">
    <vt:bool>false</vt:bool>
  </property>
  <property fmtid="{D5CDD505-2E9C-101B-9397-08002B2CF9AE}" pid="15" name="MediaServiceImageTags">
    <vt:lpwstr/>
  </property>
  <property fmtid="{D5CDD505-2E9C-101B-9397-08002B2CF9AE}" pid="16" name="Order">
    <vt:r8>125400</vt:r8>
  </property>
  <property fmtid="{D5CDD505-2E9C-101B-9397-08002B2CF9AE}" pid="17" name="xd_ProgID">
    <vt:lpwstr/>
  </property>
  <property fmtid="{D5CDD505-2E9C-101B-9397-08002B2CF9AE}" pid="18" name="Status">
    <vt:lpwstr>Review complete - awaiting upload</vt:lpwstr>
  </property>
  <property fmtid="{D5CDD505-2E9C-101B-9397-08002B2CF9AE}" pid="19" name="_SourceUrl">
    <vt:lpwstr/>
  </property>
  <property fmtid="{D5CDD505-2E9C-101B-9397-08002B2CF9AE}" pid="20" name="_SharedFileIndex">
    <vt:lpwstr/>
  </property>
  <property fmtid="{D5CDD505-2E9C-101B-9397-08002B2CF9AE}" pid="21" name="ComplianceAssetId">
    <vt:lpwstr/>
  </property>
  <property fmtid="{D5CDD505-2E9C-101B-9397-08002B2CF9AE}" pid="22" name="TemplateUrl">
    <vt:lpwstr/>
  </property>
  <property fmtid="{D5CDD505-2E9C-101B-9397-08002B2CF9AE}" pid="23" name="_ExtendedDescription">
    <vt:lpwstr/>
  </property>
  <property fmtid="{D5CDD505-2E9C-101B-9397-08002B2CF9AE}" pid="24" name="TriggerFlowInfo">
    <vt:lpwstr/>
  </property>
  <property fmtid="{D5CDD505-2E9C-101B-9397-08002B2CF9AE}" pid="25" name="xd_Signature">
    <vt:bool>false</vt:bool>
  </property>
  <property fmtid="{D5CDD505-2E9C-101B-9397-08002B2CF9AE}" pid="26" name="SharedWithUsers">
    <vt:lpwstr/>
  </property>
</Properties>
</file>